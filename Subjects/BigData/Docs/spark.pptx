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y="6858000" cx="12188825"/>
  <p:notesSz cx="6858000" cy="9144000"/>
  <p:embeddedFontLst>
    <p:embeddedFont>
      <p:font typeface="Tahoma"/>
      <p:regular r:id="rId65"/>
      <p:bold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39">
          <p15:clr>
            <a:srgbClr val="A4A3A4"/>
          </p15:clr>
        </p15:guide>
      </p15:sldGuideLst>
    </p:ext>
    <p:ext uri="GoogleSlidesCustomDataVersion2">
      <go:slidesCustomData xmlns:go="http://customooxmlschemas.google.com/" r:id="rId67" roundtripDataSignature="AMtx7mjUHRLk2LcjNOMGapcArqMONeb0Z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563964F-672D-4FB1-9A79-4AC09D7AA3B5}">
  <a:tblStyle styleId="{9563964F-672D-4FB1-9A79-4AC09D7AA3B5}"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BF4"/>
          </a:solidFill>
        </a:fill>
      </a:tcStyle>
    </a:wholeTbl>
    <a:band1H>
      <a:tcTxStyle/>
      <a:tcStyle>
        <a:fill>
          <a:solidFill>
            <a:srgbClr val="CAD4E8"/>
          </a:solidFill>
        </a:fill>
      </a:tcStyle>
    </a:band1H>
    <a:band2H>
      <a:tcTxStyle/>
    </a:band2H>
    <a:band1V>
      <a:tcTxStyle/>
      <a:tcStyle>
        <a:fill>
          <a:solidFill>
            <a:srgbClr val="CAD4E8"/>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39"/>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font" Target="fonts/Tahoma-bold.fntdata"/><Relationship Id="rId21" Type="http://schemas.openxmlformats.org/officeDocument/2006/relationships/slide" Target="slides/slide15.xml"/><Relationship Id="rId65" Type="http://schemas.openxmlformats.org/officeDocument/2006/relationships/font" Target="fonts/Tahoma-regular.fntdata"/><Relationship Id="rId24" Type="http://schemas.openxmlformats.org/officeDocument/2006/relationships/slide" Target="slides/slide18.xml"/><Relationship Id="rId23" Type="http://schemas.openxmlformats.org/officeDocument/2006/relationships/slide" Target="slides/slide17.xml"/><Relationship Id="rId67" Type="http://customschemas.google.com/relationships/presentationmetadata" Target="meta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1" Type="http://schemas.openxmlformats.org/officeDocument/2006/relationships/hyperlink" Target="https://en.wikipedia.org/wiki/Apache_Hadoop#cite_note-21" TargetMode="External"/><Relationship Id="rId10" Type="http://schemas.openxmlformats.org/officeDocument/2006/relationships/hyperlink" Target="https://en.wikipedia.org/wiki/Apache_Hadoop#cite_note-20" TargetMode="External"/><Relationship Id="rId13" Type="http://schemas.openxmlformats.org/officeDocument/2006/relationships/hyperlink" Target="https://en.wikipedia.org/wiki/Apache_Hadoop#cite_note-23" TargetMode="External"/><Relationship Id="rId12" Type="http://schemas.openxmlformats.org/officeDocument/2006/relationships/hyperlink" Target="https://en.wikipedia.org/wiki/Apache_Hadoop#cite_note-22" TargetMode="External"/><Relationship Id="rId1" Type="http://schemas.openxmlformats.org/officeDocument/2006/relationships/notesMaster" Target="../notesMasters/notesMaster1.xml"/><Relationship Id="rId2" Type="http://schemas.openxmlformats.org/officeDocument/2006/relationships/hyperlink" Target="https://en.wikipedia.org/wiki/Doug_Cutting" TargetMode="External"/><Relationship Id="rId3" Type="http://schemas.openxmlformats.org/officeDocument/2006/relationships/hyperlink" Target="https://en.wikipedia.org/wiki/Mike_Cafarella" TargetMode="External"/><Relationship Id="rId4" Type="http://schemas.openxmlformats.org/officeDocument/2006/relationships/hyperlink" Target="https://en.wikipedia.org/wiki/Apache_Hadoop#cite_note-16" TargetMode="External"/><Relationship Id="rId9" Type="http://schemas.openxmlformats.org/officeDocument/2006/relationships/hyperlink" Target="https://en.wikipedia.org/wiki/Yahoo!" TargetMode="External"/><Relationship Id="rId5" Type="http://schemas.openxmlformats.org/officeDocument/2006/relationships/hyperlink" Target="https://en.wikipedia.org/wiki/Apache_Hadoop#cite_note-17" TargetMode="External"/><Relationship Id="rId6" Type="http://schemas.openxmlformats.org/officeDocument/2006/relationships/hyperlink" Target="https://en.wikipedia.org/wiki/Apache_Hadoop#cite_note-18" TargetMode="External"/><Relationship Id="rId7" Type="http://schemas.openxmlformats.org/officeDocument/2006/relationships/hyperlink" Target="https://en.wikipedia.org/wiki/Apache_Nutch" TargetMode="External"/><Relationship Id="rId8" Type="http://schemas.openxmlformats.org/officeDocument/2006/relationships/hyperlink" Target="https://en.wikipedia.org/wiki/Apache_Hadoop#cite_note-19"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imperva.com/learn/availability/high-availability/" TargetMode="External"/><Relationship Id="rId3" Type="http://schemas.openxmlformats.org/officeDocument/2006/relationships/hyperlink" Target="https://www.imperva.com/learn/availability/business-continuity-planning/"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5" name="Google Shape;955;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Where big data come from: give some case study, examples, etc.</a:t>
            </a:r>
            <a:endParaRPr/>
          </a:p>
          <a:p>
            <a:pPr indent="-285750" lvl="0" marL="285750" rtl="0" algn="l">
              <a:spcBef>
                <a:spcPts val="0"/>
              </a:spcBef>
              <a:spcAft>
                <a:spcPts val="0"/>
              </a:spcAft>
              <a:buClr>
                <a:schemeClr val="dk1"/>
              </a:buClr>
              <a:buSzPts val="1600"/>
              <a:buFont typeface="Calibri"/>
              <a:buChar char="-"/>
            </a:pPr>
            <a:r>
              <a:rPr lang="en-US"/>
              <a:t>Potential tool: Apache Spark – fast, effective, easy-to-use</a:t>
            </a:r>
            <a:endParaRPr/>
          </a:p>
        </p:txBody>
      </p:sp>
      <p:sp>
        <p:nvSpPr>
          <p:cNvPr id="956" name="Google Shape;956;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2" name="Google Shape;962;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There're some background required to get the sense of this talk.</a:t>
            </a:r>
            <a:endParaRPr/>
          </a:p>
        </p:txBody>
      </p:sp>
      <p:sp>
        <p:nvSpPr>
          <p:cNvPr id="963" name="Google Shape;963;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9" name="Google Shape;969;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Still having some other kinds of unstructured data which is not scoped by humans. Similar to “tảng băng chìm”.</a:t>
            </a:r>
            <a:endParaRPr/>
          </a:p>
          <a:p>
            <a:pPr indent="-285750" lvl="0" marL="285750" rtl="0" algn="l">
              <a:spcBef>
                <a:spcPts val="0"/>
              </a:spcBef>
              <a:spcAft>
                <a:spcPts val="0"/>
              </a:spcAft>
              <a:buClr>
                <a:schemeClr val="dk1"/>
              </a:buClr>
              <a:buSzPts val="1600"/>
              <a:buFont typeface="Calibri"/>
              <a:buChar char="-"/>
            </a:pPr>
            <a:r>
              <a:rPr lang="en-US"/>
              <a:t>=&gt; how could we come up with it when we cannot see/feel about it.</a:t>
            </a:r>
            <a:endParaRPr/>
          </a:p>
        </p:txBody>
      </p:sp>
      <p:sp>
        <p:nvSpPr>
          <p:cNvPr id="970" name="Google Shape;970;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0" name="Google Shape;980;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CDC: take 2 week to summarize data from healthcare agency =&gt; danger</a:t>
            </a:r>
            <a:endParaRPr/>
          </a:p>
          <a:p>
            <a:pPr indent="-285750" lvl="0" marL="285750" marR="0" rtl="0" algn="l">
              <a:lnSpc>
                <a:spcPct val="100000"/>
              </a:lnSpc>
              <a:spcBef>
                <a:spcPts val="0"/>
              </a:spcBef>
              <a:spcAft>
                <a:spcPts val="0"/>
              </a:spcAft>
              <a:buClr>
                <a:schemeClr val="dk1"/>
              </a:buClr>
              <a:buSzPts val="1600"/>
              <a:buFont typeface="Calibri"/>
              <a:buChar char="-"/>
            </a:pPr>
            <a:r>
              <a:rPr lang="en-US"/>
              <a:t>2009, Google launch an algorithm to predict the flu </a:t>
            </a:r>
            <a:endParaRPr/>
          </a:p>
          <a:p>
            <a:pPr indent="-285750" lvl="0" marL="285750" rtl="0" algn="l">
              <a:spcBef>
                <a:spcPts val="0"/>
              </a:spcBef>
              <a:spcAft>
                <a:spcPts val="0"/>
              </a:spcAft>
              <a:buClr>
                <a:schemeClr val="dk1"/>
              </a:buClr>
              <a:buSzPts val="1600"/>
              <a:buFont typeface="Calibri"/>
              <a:buChar char="-"/>
            </a:pPr>
            <a:r>
              <a:rPr lang="en-US"/>
              <a:t>What Google did: based on keywords users browsing, based on Google map, historical data from CDC =&gt; location of infected people =&gt; prediction very quickly (nearly immediately) with high accuracy.</a:t>
            </a:r>
            <a:endParaRPr/>
          </a:p>
          <a:p>
            <a:pPr indent="-285750" lvl="0" marL="285750" rtl="0" algn="l">
              <a:spcBef>
                <a:spcPts val="0"/>
              </a:spcBef>
              <a:spcAft>
                <a:spcPts val="0"/>
              </a:spcAft>
              <a:buClr>
                <a:schemeClr val="dk1"/>
              </a:buClr>
              <a:buSzPts val="1600"/>
              <a:buFont typeface="Calibri"/>
              <a:buChar char="-"/>
            </a:pPr>
            <a:r>
              <a:rPr lang="en-US"/>
              <a:t>=&gt; real time prediction from leveraging big data.</a:t>
            </a:r>
            <a:endParaRPr/>
          </a:p>
        </p:txBody>
      </p:sp>
      <p:sp>
        <p:nvSpPr>
          <p:cNvPr id="981" name="Google Shape;981;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7" name="Google Shape;987;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Origin of big data : give some examples. For every second, there’re milions of activities generated </a:t>
            </a:r>
            <a:endParaRPr/>
          </a:p>
          <a:p>
            <a:pPr indent="-285750" lvl="0" marL="285750" rtl="0" algn="l">
              <a:spcBef>
                <a:spcPts val="0"/>
              </a:spcBef>
              <a:spcAft>
                <a:spcPts val="0"/>
              </a:spcAft>
              <a:buClr>
                <a:schemeClr val="dk1"/>
              </a:buClr>
              <a:buSzPts val="1600"/>
              <a:buFont typeface="Calibri"/>
              <a:buChar char="-"/>
            </a:pPr>
            <a:r>
              <a:rPr lang="en-US"/>
              <a:t>Gene, healthcare data generated continously.</a:t>
            </a:r>
            <a:endParaRPr/>
          </a:p>
          <a:p>
            <a:pPr indent="-285750" lvl="0" marL="285750" rtl="0" algn="l">
              <a:spcBef>
                <a:spcPts val="0"/>
              </a:spcBef>
              <a:spcAft>
                <a:spcPts val="0"/>
              </a:spcAft>
              <a:buClr>
                <a:schemeClr val="dk1"/>
              </a:buClr>
              <a:buSzPts val="1600"/>
              <a:buFont typeface="Calibri"/>
              <a:buChar char="-"/>
            </a:pPr>
            <a:r>
              <a:rPr lang="en-US"/>
              <a:t>Log file: record the activities, behaviors </a:t>
            </a:r>
            <a:endParaRPr/>
          </a:p>
          <a:p>
            <a:pPr indent="-285750" lvl="0" marL="285750" rtl="0" algn="l">
              <a:spcBef>
                <a:spcPts val="0"/>
              </a:spcBef>
              <a:spcAft>
                <a:spcPts val="0"/>
              </a:spcAft>
              <a:buClr>
                <a:schemeClr val="dk1"/>
              </a:buClr>
              <a:buSzPts val="1600"/>
              <a:buFont typeface="Calibri"/>
              <a:buChar char="-"/>
            </a:pPr>
            <a:r>
              <a:rPr lang="en-US"/>
              <a:t>IOT data: sensors, cameras, radar.</a:t>
            </a:r>
            <a:endParaRPr/>
          </a:p>
          <a:p>
            <a:pPr indent="-285750" lvl="0" marL="285750" rtl="0" algn="l">
              <a:spcBef>
                <a:spcPts val="0"/>
              </a:spcBef>
              <a:spcAft>
                <a:spcPts val="0"/>
              </a:spcAft>
              <a:buClr>
                <a:schemeClr val="dk1"/>
              </a:buClr>
              <a:buSzPts val="1600"/>
              <a:buFont typeface="Calibri"/>
              <a:buChar char="-"/>
            </a:pPr>
            <a:r>
              <a:rPr lang="en-US"/>
              <a:t>=&gt; unstructured data =&gt; complex, difficult to handle with. </a:t>
            </a:r>
            <a:endParaRPr/>
          </a:p>
          <a:p>
            <a:pPr indent="-285750" lvl="0" marL="285750" rtl="0" algn="l">
              <a:spcBef>
                <a:spcPts val="0"/>
              </a:spcBef>
              <a:spcAft>
                <a:spcPts val="0"/>
              </a:spcAft>
              <a:buClr>
                <a:schemeClr val="dk1"/>
              </a:buClr>
              <a:buSzPts val="1600"/>
              <a:buFont typeface="Calibri"/>
              <a:buChar char="-"/>
            </a:pPr>
            <a:r>
              <a:rPr lang="en-US"/>
              <a:t>=&gt; big data (it not only means “big size”, but also “complexity of the data”)</a:t>
            </a:r>
            <a:endParaRPr/>
          </a:p>
        </p:txBody>
      </p:sp>
      <p:sp>
        <p:nvSpPr>
          <p:cNvPr id="988" name="Google Shape;988;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4" name="Google Shape;994;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Yes or No, depending on the viewpoints and application direction</a:t>
            </a:r>
            <a:endParaRPr/>
          </a:p>
        </p:txBody>
      </p:sp>
      <p:sp>
        <p:nvSpPr>
          <p:cNvPr id="995" name="Google Shape;995;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1" name="Google Shape;1001;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- 4 Vs of big data is out updated since it’s the time of too too big data =&gt; select the appropriate values of data is more important </a:t>
            </a:r>
            <a:endParaRPr/>
          </a:p>
        </p:txBody>
      </p:sp>
      <p:sp>
        <p:nvSpPr>
          <p:cNvPr id="1002" name="Google Shape;1002;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8" name="Google Shape;1008;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This is illustration for structured data (well-organized, clear structure, well-defined).</a:t>
            </a:r>
            <a:endParaRPr/>
          </a:p>
          <a:p>
            <a:pPr indent="-285750" lvl="0" marL="285750" rtl="0" algn="l">
              <a:spcBef>
                <a:spcPts val="0"/>
              </a:spcBef>
              <a:spcAft>
                <a:spcPts val="0"/>
              </a:spcAft>
              <a:buClr>
                <a:schemeClr val="dk1"/>
              </a:buClr>
              <a:buSzPts val="1600"/>
              <a:buFont typeface="Calibri"/>
              <a:buChar char="-"/>
            </a:pPr>
            <a:r>
              <a:rPr lang="en-US"/>
              <a:t>Semi-structured data: XML, json (we can add more keys to the available ones, no need to require for a pre-defined schema)</a:t>
            </a:r>
            <a:endParaRPr/>
          </a:p>
          <a:p>
            <a:pPr indent="-285750" lvl="0" marL="285750" rtl="0" algn="l">
              <a:spcBef>
                <a:spcPts val="0"/>
              </a:spcBef>
              <a:spcAft>
                <a:spcPts val="0"/>
              </a:spcAft>
              <a:buClr>
                <a:schemeClr val="dk1"/>
              </a:buClr>
              <a:buSzPts val="1600"/>
              <a:buFont typeface="Calibri"/>
              <a:buChar char="-"/>
            </a:pPr>
            <a:r>
              <a:rPr lang="en-US"/>
              <a:t>Unstructured data: plain text, media.</a:t>
            </a:r>
            <a:endParaRPr/>
          </a:p>
          <a:p>
            <a:pPr indent="-285750" lvl="0" marL="285750" rtl="0" algn="l">
              <a:spcBef>
                <a:spcPts val="0"/>
              </a:spcBef>
              <a:spcAft>
                <a:spcPts val="0"/>
              </a:spcAft>
              <a:buClr>
                <a:schemeClr val="dk1"/>
              </a:buClr>
              <a:buSzPts val="1600"/>
              <a:buFont typeface="Calibri"/>
              <a:buChar char="-"/>
            </a:pPr>
            <a:r>
              <a:rPr lang="en-US"/>
              <a:t>=&gt; Goal: big data analysis: simplify the semi/un-strucrured data, and try to convert them into structured ones. Traditional process called ETL.</a:t>
            </a:r>
            <a:endParaRPr/>
          </a:p>
        </p:txBody>
      </p:sp>
      <p:sp>
        <p:nvSpPr>
          <p:cNvPr id="1009" name="Google Shape;1009;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8" name="Google Shape;1028;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Popular tools to analyze data, in general, still in local machime =&gt; limitation.</a:t>
            </a:r>
            <a:endParaRPr/>
          </a:p>
          <a:p>
            <a:pPr indent="-285750" lvl="0" marL="285750" rtl="0" algn="l">
              <a:spcBef>
                <a:spcPts val="0"/>
              </a:spcBef>
              <a:spcAft>
                <a:spcPts val="0"/>
              </a:spcAft>
              <a:buClr>
                <a:schemeClr val="dk1"/>
              </a:buClr>
              <a:buSzPts val="1600"/>
              <a:buFont typeface="Calibri"/>
              <a:buChar char="-"/>
            </a:pPr>
            <a:r>
              <a:rPr lang="en-US"/>
              <a:t>Data is generated more/faster than the computer process.</a:t>
            </a:r>
            <a:endParaRPr/>
          </a:p>
          <a:p>
            <a:pPr indent="-285750" lvl="0" marL="285750" rtl="0" algn="l">
              <a:spcBef>
                <a:spcPts val="0"/>
              </a:spcBef>
              <a:spcAft>
                <a:spcPts val="0"/>
              </a:spcAft>
              <a:buClr>
                <a:schemeClr val="dk1"/>
              </a:buClr>
              <a:buSzPts val="1600"/>
              <a:buFont typeface="Calibri"/>
              <a:buChar char="-"/>
            </a:pPr>
            <a:r>
              <a:rPr lang="en-US"/>
              <a:t>Data sources increase continously via time =&gt; 1 machine cannot contain all data we'd like to analyze.  </a:t>
            </a:r>
            <a:endParaRPr/>
          </a:p>
          <a:p>
            <a:pPr indent="-285750" lvl="0" marL="285750" rtl="0" algn="l">
              <a:spcBef>
                <a:spcPts val="0"/>
              </a:spcBef>
              <a:spcAft>
                <a:spcPts val="0"/>
              </a:spcAft>
              <a:buClr>
                <a:schemeClr val="dk1"/>
              </a:buClr>
              <a:buSzPts val="1600"/>
              <a:buFont typeface="Calibri"/>
              <a:buChar char="-"/>
            </a:pPr>
            <a:r>
              <a:rPr lang="en-US"/>
              <a:t>=&gt; Distribute data.</a:t>
            </a:r>
            <a:endParaRPr/>
          </a:p>
        </p:txBody>
      </p:sp>
      <p:sp>
        <p:nvSpPr>
          <p:cNvPr id="1029" name="Google Shape;1029;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5" name="Google Shape;1035;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p1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7" name="Google Shape;1047;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600">
                <a:solidFill>
                  <a:schemeClr val="dk1"/>
                </a:solidFill>
                <a:latin typeface="Calibri"/>
                <a:ea typeface="Calibri"/>
                <a:cs typeface="Calibri"/>
                <a:sym typeface="Calibri"/>
              </a:rPr>
              <a:t>According to its co-founders, </a:t>
            </a:r>
            <a:r>
              <a:rPr b="0" i="0" lang="en-US" sz="1600" u="sng" strike="noStrike">
                <a:solidFill>
                  <a:schemeClr val="dk1"/>
                </a:solidFill>
                <a:latin typeface="Calibri"/>
                <a:ea typeface="Calibri"/>
                <a:cs typeface="Calibri"/>
                <a:sym typeface="Calibri"/>
                <a:hlinkClick r:id="rId2">
                  <a:extLst>
                    <a:ext uri="{A12FA001-AC4F-418D-AE19-62706E023703}">
                      <ahyp:hlinkClr val="tx"/>
                    </a:ext>
                  </a:extLst>
                </a:hlinkClick>
              </a:rPr>
              <a:t>Doug Cutting</a:t>
            </a:r>
            <a:r>
              <a:rPr b="0" i="0" lang="en-US" sz="1600">
                <a:solidFill>
                  <a:schemeClr val="dk1"/>
                </a:solidFill>
                <a:latin typeface="Calibri"/>
                <a:ea typeface="Calibri"/>
                <a:cs typeface="Calibri"/>
                <a:sym typeface="Calibri"/>
              </a:rPr>
              <a:t> and </a:t>
            </a:r>
            <a:r>
              <a:rPr b="0" i="0" lang="en-US" sz="1600" u="sng" strike="noStrike">
                <a:solidFill>
                  <a:schemeClr val="dk1"/>
                </a:solidFill>
                <a:latin typeface="Calibri"/>
                <a:ea typeface="Calibri"/>
                <a:cs typeface="Calibri"/>
                <a:sym typeface="Calibri"/>
                <a:hlinkClick r:id="rId3">
                  <a:extLst>
                    <a:ext uri="{A12FA001-AC4F-418D-AE19-62706E023703}">
                      <ahyp:hlinkClr val="tx"/>
                    </a:ext>
                  </a:extLst>
                </a:hlinkClick>
              </a:rPr>
              <a:t>Mike Cafarella</a:t>
            </a:r>
            <a:r>
              <a:rPr b="0" i="0" lang="en-US" sz="1600">
                <a:solidFill>
                  <a:schemeClr val="dk1"/>
                </a:solidFill>
                <a:latin typeface="Calibri"/>
                <a:ea typeface="Calibri"/>
                <a:cs typeface="Calibri"/>
                <a:sym typeface="Calibri"/>
              </a:rPr>
              <a:t>, the genesis of Hadoop was the Google File System paper that was published in October 2003.</a:t>
            </a:r>
            <a:r>
              <a:rPr b="0" baseline="30000" i="0" lang="en-US" sz="1600" u="sng" strike="noStrike">
                <a:solidFill>
                  <a:schemeClr val="dk1"/>
                </a:solidFill>
                <a:latin typeface="Calibri"/>
                <a:ea typeface="Calibri"/>
                <a:cs typeface="Calibri"/>
                <a:sym typeface="Calibri"/>
                <a:hlinkClick r:id="rId4">
                  <a:extLst>
                    <a:ext uri="{A12FA001-AC4F-418D-AE19-62706E023703}">
                      <ahyp:hlinkClr val="tx"/>
                    </a:ext>
                  </a:extLst>
                </a:hlinkClick>
              </a:rPr>
              <a:t>[16]</a:t>
            </a:r>
            <a:r>
              <a:rPr b="0" baseline="30000" i="0" lang="en-US" sz="1600" u="sng" strike="noStrike">
                <a:solidFill>
                  <a:schemeClr val="dk1"/>
                </a:solidFill>
                <a:latin typeface="Calibri"/>
                <a:ea typeface="Calibri"/>
                <a:cs typeface="Calibri"/>
                <a:sym typeface="Calibri"/>
                <a:hlinkClick r:id="rId5">
                  <a:extLst>
                    <a:ext uri="{A12FA001-AC4F-418D-AE19-62706E023703}">
                      <ahyp:hlinkClr val="tx"/>
                    </a:ext>
                  </a:extLst>
                </a:hlinkClick>
              </a:rPr>
              <a:t>[17]</a:t>
            </a:r>
            <a:r>
              <a:rPr b="0" i="0" lang="en-US" sz="1600">
                <a:solidFill>
                  <a:schemeClr val="dk1"/>
                </a:solidFill>
                <a:latin typeface="Calibri"/>
                <a:ea typeface="Calibri"/>
                <a:cs typeface="Calibri"/>
                <a:sym typeface="Calibri"/>
              </a:rPr>
              <a:t> This paper spawned another one from Google – "MapReduce: Simplified Data Processing on Large Clusters".</a:t>
            </a:r>
            <a:r>
              <a:rPr b="0" baseline="30000" i="0" lang="en-US" sz="1600" u="sng" strike="noStrike">
                <a:solidFill>
                  <a:schemeClr val="dk1"/>
                </a:solidFill>
                <a:latin typeface="Calibri"/>
                <a:ea typeface="Calibri"/>
                <a:cs typeface="Calibri"/>
                <a:sym typeface="Calibri"/>
                <a:hlinkClick r:id="rId6">
                  <a:extLst>
                    <a:ext uri="{A12FA001-AC4F-418D-AE19-62706E023703}">
                      <ahyp:hlinkClr val="tx"/>
                    </a:ext>
                  </a:extLst>
                </a:hlinkClick>
              </a:rPr>
              <a:t>[18]</a:t>
            </a:r>
            <a:r>
              <a:rPr b="0" i="0" lang="en-US" sz="1600">
                <a:solidFill>
                  <a:schemeClr val="dk1"/>
                </a:solidFill>
                <a:latin typeface="Calibri"/>
                <a:ea typeface="Calibri"/>
                <a:cs typeface="Calibri"/>
                <a:sym typeface="Calibri"/>
              </a:rPr>
              <a:t> Development started on the </a:t>
            </a:r>
            <a:r>
              <a:rPr b="0" i="0" lang="en-US" sz="1600" u="sng" strike="noStrike">
                <a:solidFill>
                  <a:schemeClr val="dk1"/>
                </a:solidFill>
                <a:latin typeface="Calibri"/>
                <a:ea typeface="Calibri"/>
                <a:cs typeface="Calibri"/>
                <a:sym typeface="Calibri"/>
                <a:hlinkClick r:id="rId7">
                  <a:extLst>
                    <a:ext uri="{A12FA001-AC4F-418D-AE19-62706E023703}">
                      <ahyp:hlinkClr val="tx"/>
                    </a:ext>
                  </a:extLst>
                </a:hlinkClick>
              </a:rPr>
              <a:t>Apache Nutch</a:t>
            </a:r>
            <a:r>
              <a:rPr b="0" i="0" lang="en-US" sz="1600">
                <a:solidFill>
                  <a:schemeClr val="dk1"/>
                </a:solidFill>
                <a:latin typeface="Calibri"/>
                <a:ea typeface="Calibri"/>
                <a:cs typeface="Calibri"/>
                <a:sym typeface="Calibri"/>
              </a:rPr>
              <a:t> project, but was moved to the new Hadoop subproject in January 2006.</a:t>
            </a:r>
            <a:r>
              <a:rPr b="0" baseline="30000" i="0" lang="en-US" sz="1600" u="sng" strike="noStrike">
                <a:solidFill>
                  <a:schemeClr val="dk1"/>
                </a:solidFill>
                <a:latin typeface="Calibri"/>
                <a:ea typeface="Calibri"/>
                <a:cs typeface="Calibri"/>
                <a:sym typeface="Calibri"/>
                <a:hlinkClick r:id="rId8">
                  <a:extLst>
                    <a:ext uri="{A12FA001-AC4F-418D-AE19-62706E023703}">
                      <ahyp:hlinkClr val="tx"/>
                    </a:ext>
                  </a:extLst>
                </a:hlinkClick>
              </a:rPr>
              <a:t>[19]</a:t>
            </a:r>
            <a:r>
              <a:rPr b="0" i="0" lang="en-US" sz="1600">
                <a:solidFill>
                  <a:schemeClr val="dk1"/>
                </a:solidFill>
                <a:latin typeface="Calibri"/>
                <a:ea typeface="Calibri"/>
                <a:cs typeface="Calibri"/>
                <a:sym typeface="Calibri"/>
              </a:rPr>
              <a:t> Doug Cutting, who was working at </a:t>
            </a:r>
            <a:r>
              <a:rPr b="0" i="0" lang="en-US" sz="1600" u="sng" strike="noStrike">
                <a:solidFill>
                  <a:schemeClr val="dk1"/>
                </a:solidFill>
                <a:latin typeface="Calibri"/>
                <a:ea typeface="Calibri"/>
                <a:cs typeface="Calibri"/>
                <a:sym typeface="Calibri"/>
                <a:hlinkClick r:id="rId9">
                  <a:extLst>
                    <a:ext uri="{A12FA001-AC4F-418D-AE19-62706E023703}">
                      <ahyp:hlinkClr val="tx"/>
                    </a:ext>
                  </a:extLst>
                </a:hlinkClick>
              </a:rPr>
              <a:t>Yahoo!</a:t>
            </a:r>
            <a:r>
              <a:rPr b="0" i="0" lang="en-US" sz="1600">
                <a:solidFill>
                  <a:schemeClr val="dk1"/>
                </a:solidFill>
                <a:latin typeface="Calibri"/>
                <a:ea typeface="Calibri"/>
                <a:cs typeface="Calibri"/>
                <a:sym typeface="Calibri"/>
              </a:rPr>
              <a:t> at the time, named it after his son's toy elephant.</a:t>
            </a:r>
            <a:r>
              <a:rPr b="0" baseline="30000" i="0" lang="en-US" sz="1600" u="sng" strike="noStrike">
                <a:solidFill>
                  <a:schemeClr val="dk1"/>
                </a:solidFill>
                <a:latin typeface="Calibri"/>
                <a:ea typeface="Calibri"/>
                <a:cs typeface="Calibri"/>
                <a:sym typeface="Calibri"/>
                <a:hlinkClick r:id="rId10">
                  <a:extLst>
                    <a:ext uri="{A12FA001-AC4F-418D-AE19-62706E023703}">
                      <ahyp:hlinkClr val="tx"/>
                    </a:ext>
                  </a:extLst>
                </a:hlinkClick>
              </a:rPr>
              <a:t>[20]</a:t>
            </a:r>
            <a:r>
              <a:rPr b="0" i="0" lang="en-US" sz="1600">
                <a:solidFill>
                  <a:schemeClr val="dk1"/>
                </a:solidFill>
                <a:latin typeface="Calibri"/>
                <a:ea typeface="Calibri"/>
                <a:cs typeface="Calibri"/>
                <a:sym typeface="Calibri"/>
              </a:rPr>
              <a:t> The initial code that was factored out of Nutch consisted of about 5,000 lines of code for HDFS and about 6,000 lines of code for MapReduce.</a:t>
            </a:r>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In March 2006, Owen O’Malley was the first committer to add to the Hadoop project;</a:t>
            </a:r>
            <a:r>
              <a:rPr b="0" baseline="30000" i="0" lang="en-US" sz="1600" u="sng" strike="noStrike">
                <a:solidFill>
                  <a:schemeClr val="dk1"/>
                </a:solidFill>
                <a:latin typeface="Calibri"/>
                <a:ea typeface="Calibri"/>
                <a:cs typeface="Calibri"/>
                <a:sym typeface="Calibri"/>
                <a:hlinkClick r:id="rId11">
                  <a:extLst>
                    <a:ext uri="{A12FA001-AC4F-418D-AE19-62706E023703}">
                      <ahyp:hlinkClr val="tx"/>
                    </a:ext>
                  </a:extLst>
                </a:hlinkClick>
              </a:rPr>
              <a:t>[21]</a:t>
            </a:r>
            <a:r>
              <a:rPr b="0" i="0" lang="en-US" sz="1600">
                <a:solidFill>
                  <a:schemeClr val="dk1"/>
                </a:solidFill>
                <a:latin typeface="Calibri"/>
                <a:ea typeface="Calibri"/>
                <a:cs typeface="Calibri"/>
                <a:sym typeface="Calibri"/>
              </a:rPr>
              <a:t> Hadoop 0.1.0 was released in April 2006.</a:t>
            </a:r>
            <a:r>
              <a:rPr b="0" baseline="30000" i="0" lang="en-US" sz="1600" u="sng" strike="noStrike">
                <a:solidFill>
                  <a:schemeClr val="dk1"/>
                </a:solidFill>
                <a:latin typeface="Calibri"/>
                <a:ea typeface="Calibri"/>
                <a:cs typeface="Calibri"/>
                <a:sym typeface="Calibri"/>
                <a:hlinkClick r:id="rId12">
                  <a:extLst>
                    <a:ext uri="{A12FA001-AC4F-418D-AE19-62706E023703}">
                      <ahyp:hlinkClr val="tx"/>
                    </a:ext>
                  </a:extLst>
                </a:hlinkClick>
              </a:rPr>
              <a:t>[22]</a:t>
            </a:r>
            <a:r>
              <a:rPr b="0" i="0" lang="en-US" sz="1600">
                <a:solidFill>
                  <a:schemeClr val="dk1"/>
                </a:solidFill>
                <a:latin typeface="Calibri"/>
                <a:ea typeface="Calibri"/>
                <a:cs typeface="Calibri"/>
                <a:sym typeface="Calibri"/>
              </a:rPr>
              <a:t> It continues to evolve through contributions that are being made to the project.</a:t>
            </a:r>
            <a:r>
              <a:rPr b="0" baseline="30000" i="0" lang="en-US" sz="1600" u="sng" strike="noStrike">
                <a:solidFill>
                  <a:schemeClr val="dk1"/>
                </a:solidFill>
                <a:latin typeface="Calibri"/>
                <a:ea typeface="Calibri"/>
                <a:cs typeface="Calibri"/>
                <a:sym typeface="Calibri"/>
                <a:hlinkClick r:id="rId13">
                  <a:extLst>
                    <a:ext uri="{A12FA001-AC4F-418D-AE19-62706E023703}">
                      <ahyp:hlinkClr val="tx"/>
                    </a:ext>
                  </a:extLst>
                </a:hlinkClick>
              </a:rPr>
              <a:t>[23]</a:t>
            </a:r>
            <a:endParaRPr b="0" baseline="30000" i="0" sz="16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The </a:t>
            </a:r>
            <a:r>
              <a:rPr b="1" i="0" lang="en-US" sz="1600">
                <a:solidFill>
                  <a:schemeClr val="dk1"/>
                </a:solidFill>
                <a:latin typeface="Calibri"/>
                <a:ea typeface="Calibri"/>
                <a:cs typeface="Calibri"/>
                <a:sym typeface="Calibri"/>
              </a:rPr>
              <a:t>common utilities</a:t>
            </a:r>
            <a:r>
              <a:rPr b="0" i="0" lang="en-US" sz="1600">
                <a:solidFill>
                  <a:schemeClr val="dk1"/>
                </a:solidFill>
                <a:latin typeface="Calibri"/>
                <a:ea typeface="Calibri"/>
                <a:cs typeface="Calibri"/>
                <a:sym typeface="Calibri"/>
              </a:rPr>
              <a:t> that support the other </a:t>
            </a:r>
            <a:r>
              <a:rPr b="1" i="0" lang="en-US" sz="1600">
                <a:solidFill>
                  <a:schemeClr val="dk1"/>
                </a:solidFill>
                <a:latin typeface="Calibri"/>
                <a:ea typeface="Calibri"/>
                <a:cs typeface="Calibri"/>
                <a:sym typeface="Calibri"/>
              </a:rPr>
              <a:t>Hadoop</a:t>
            </a:r>
            <a:r>
              <a:rPr b="0" i="0" lang="en-US" sz="1600">
                <a:solidFill>
                  <a:schemeClr val="dk1"/>
                </a:solidFill>
                <a:latin typeface="Calibri"/>
                <a:ea typeface="Calibri"/>
                <a:cs typeface="Calibri"/>
                <a:sym typeface="Calibri"/>
              </a:rPr>
              <a:t> modules</a:t>
            </a:r>
            <a:endParaRPr b="0" i="0" sz="1600">
              <a:solidFill>
                <a:schemeClr val="dk1"/>
              </a:solidFill>
              <a:latin typeface="Calibri"/>
              <a:ea typeface="Calibri"/>
              <a:cs typeface="Calibri"/>
              <a:sym typeface="Calibri"/>
            </a:endParaRPr>
          </a:p>
          <a:p>
            <a:pPr indent="0" lvl="0" marL="0" rtl="0" algn="l">
              <a:spcBef>
                <a:spcPts val="0"/>
              </a:spcBef>
              <a:spcAft>
                <a:spcPts val="0"/>
              </a:spcAft>
              <a:buNone/>
            </a:pPr>
            <a:r>
              <a:rPr lang="en-US"/>
              <a:t> </a:t>
            </a:r>
            <a:endParaRPr/>
          </a:p>
        </p:txBody>
      </p:sp>
      <p:sp>
        <p:nvSpPr>
          <p:cNvPr id="1048" name="Google Shape;1048;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3" name="Google Shape;105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9" name="Google Shape;1059;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600">
                <a:solidFill>
                  <a:schemeClr val="dk1"/>
                </a:solidFill>
                <a:latin typeface="Calibri"/>
                <a:ea typeface="Calibri"/>
                <a:cs typeface="Calibri"/>
                <a:sym typeface="Calibri"/>
              </a:rPr>
              <a:t>- Fault tolerance refers to the ability of a system (computer, network, cloud cluster, etc.) to continue operating without interruption when one or more of its components fail.</a:t>
            </a:r>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 The objective of creating a fault-tolerant system is to prevent disruptions arising from a single point of failure, ensuring the </a:t>
            </a:r>
            <a:r>
              <a:rPr b="0" i="0" lang="en-US" sz="1600" u="sng">
                <a:solidFill>
                  <a:schemeClr val="dk1"/>
                </a:solidFill>
                <a:latin typeface="Calibri"/>
                <a:ea typeface="Calibri"/>
                <a:cs typeface="Calibri"/>
                <a:sym typeface="Calibri"/>
                <a:hlinkClick r:id="rId2">
                  <a:extLst>
                    <a:ext uri="{A12FA001-AC4F-418D-AE19-62706E023703}">
                      <ahyp:hlinkClr val="tx"/>
                    </a:ext>
                  </a:extLst>
                </a:hlinkClick>
              </a:rPr>
              <a:t>high availability</a:t>
            </a:r>
            <a:r>
              <a:rPr b="0" i="0" lang="en-US" sz="1600">
                <a:solidFill>
                  <a:schemeClr val="dk1"/>
                </a:solidFill>
                <a:latin typeface="Calibri"/>
                <a:ea typeface="Calibri"/>
                <a:cs typeface="Calibri"/>
                <a:sym typeface="Calibri"/>
              </a:rPr>
              <a:t> and </a:t>
            </a:r>
            <a:r>
              <a:rPr b="0" i="0" lang="en-US" sz="1600" u="sng">
                <a:solidFill>
                  <a:schemeClr val="dk1"/>
                </a:solidFill>
                <a:latin typeface="Calibri"/>
                <a:ea typeface="Calibri"/>
                <a:cs typeface="Calibri"/>
                <a:sym typeface="Calibri"/>
                <a:hlinkClick r:id="rId3">
                  <a:extLst>
                    <a:ext uri="{A12FA001-AC4F-418D-AE19-62706E023703}">
                      <ahyp:hlinkClr val="tx"/>
                    </a:ext>
                  </a:extLst>
                </a:hlinkClick>
              </a:rPr>
              <a:t>business continuity</a:t>
            </a:r>
            <a:r>
              <a:rPr b="0" i="0" lang="en-US" sz="1600">
                <a:solidFill>
                  <a:schemeClr val="dk1"/>
                </a:solidFill>
                <a:latin typeface="Calibri"/>
                <a:ea typeface="Calibri"/>
                <a:cs typeface="Calibri"/>
                <a:sym typeface="Calibri"/>
              </a:rPr>
              <a:t> of mission-critical applications or systems.</a:t>
            </a:r>
            <a:endParaRPr/>
          </a:p>
          <a:p>
            <a:pPr indent="0" lvl="0" marL="0" rtl="0" algn="l">
              <a:spcBef>
                <a:spcPts val="0"/>
              </a:spcBef>
              <a:spcAft>
                <a:spcPts val="0"/>
              </a:spcAft>
              <a:buClr>
                <a:schemeClr val="dk1"/>
              </a:buClr>
              <a:buSzPts val="1600"/>
              <a:buFont typeface="Calibri"/>
              <a:buNone/>
            </a:pPr>
            <a:r>
              <a:rPr b="0" i="0" lang="en-US" sz="1600">
                <a:solidFill>
                  <a:schemeClr val="dk1"/>
                </a:solidFill>
                <a:latin typeface="Calibri"/>
                <a:ea typeface="Calibri"/>
                <a:cs typeface="Calibri"/>
                <a:sym typeface="Calibri"/>
              </a:rPr>
              <a:t>- Fault-tolerant systems use backup components that automatically take the place of failed components, ensuring no loss of service. These include:</a:t>
            </a:r>
            <a:endParaRPr/>
          </a:p>
          <a:p>
            <a:pPr indent="0" lvl="0" marL="0" rtl="0" algn="l">
              <a:spcBef>
                <a:spcPts val="0"/>
              </a:spcBef>
              <a:spcAft>
                <a:spcPts val="0"/>
              </a:spcAft>
              <a:buClr>
                <a:schemeClr val="dk1"/>
              </a:buClr>
              <a:buSzPts val="1600"/>
              <a:buFont typeface="Calibri"/>
              <a:buNone/>
            </a:pPr>
            <a:r>
              <a:rPr b="0" i="0" lang="en-US" sz="1600">
                <a:solidFill>
                  <a:schemeClr val="dk1"/>
                </a:solidFill>
                <a:latin typeface="Calibri"/>
                <a:ea typeface="Calibri"/>
                <a:cs typeface="Calibri"/>
                <a:sym typeface="Calibri"/>
              </a:rPr>
              <a:t>+ Hardware systems that are backed up by identical or equivalent systems. For example, a server can be made fault tolerant by using an identical server running in parallel, with all operations mirrored to the backup server.</a:t>
            </a:r>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 Software systems that are backed up by other software instances. For example, a database with customer information can be continuously replicated to another machine. If the primary database goes down, operations can be automatically redirected to the second database.</a:t>
            </a:r>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 Power sources that are made fault tolerant using alternative sources. For example, many organizations have power generators that can take over in case main line electricity fails.</a:t>
            </a:r>
            <a:endParaRPr/>
          </a:p>
          <a:p>
            <a:pPr indent="0" lvl="0" marL="0" rtl="0" algn="l">
              <a:spcBef>
                <a:spcPts val="0"/>
              </a:spcBef>
              <a:spcAft>
                <a:spcPts val="0"/>
              </a:spcAft>
              <a:buNone/>
            </a:pPr>
            <a:r>
              <a:t/>
            </a:r>
            <a:endParaRPr/>
          </a:p>
        </p:txBody>
      </p:sp>
      <p:sp>
        <p:nvSpPr>
          <p:cNvPr id="1060" name="Google Shape;1060;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6" name="Google Shape;1066;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b="1" i="0" lang="en-US" sz="1600">
                <a:solidFill>
                  <a:schemeClr val="dk1"/>
                </a:solidFill>
                <a:latin typeface="Calibri"/>
                <a:ea typeface="Calibri"/>
                <a:cs typeface="Calibri"/>
                <a:sym typeface="Calibri"/>
              </a:rPr>
              <a:t>ZooKeeper</a:t>
            </a:r>
            <a:r>
              <a:rPr b="0" i="0" lang="en-US" sz="1600">
                <a:solidFill>
                  <a:schemeClr val="dk1"/>
                </a:solidFill>
                <a:latin typeface="Calibri"/>
                <a:ea typeface="Calibri"/>
                <a:cs typeface="Calibri"/>
                <a:sym typeface="Calibri"/>
              </a:rPr>
              <a:t> is a centralized service for maintaining configuration information, naming, providing distributed synchronization, and providing group services. All of these kinds of services are used in some form or another by distributed applications.</a:t>
            </a:r>
            <a:endParaRPr/>
          </a:p>
          <a:p>
            <a:pPr indent="-285750" lvl="0" marL="285750" rtl="0" algn="l">
              <a:spcBef>
                <a:spcPts val="0"/>
              </a:spcBef>
              <a:spcAft>
                <a:spcPts val="0"/>
              </a:spcAft>
              <a:buClr>
                <a:schemeClr val="dk1"/>
              </a:buClr>
              <a:buSzPts val="1600"/>
              <a:buFont typeface="Calibri"/>
              <a:buChar char="-"/>
            </a:pPr>
            <a:r>
              <a:rPr b="1" i="0" lang="en-US" sz="1600">
                <a:solidFill>
                  <a:schemeClr val="dk1"/>
                </a:solidFill>
                <a:latin typeface="Calibri"/>
                <a:ea typeface="Calibri"/>
                <a:cs typeface="Calibri"/>
                <a:sym typeface="Calibri"/>
              </a:rPr>
              <a:t>YARN</a:t>
            </a:r>
            <a:r>
              <a:rPr b="0" i="0" lang="en-US" sz="1600">
                <a:solidFill>
                  <a:schemeClr val="dk1"/>
                </a:solidFill>
                <a:latin typeface="Calibri"/>
                <a:ea typeface="Calibri"/>
                <a:cs typeface="Calibri"/>
                <a:sym typeface="Calibri"/>
              </a:rPr>
              <a:t> is a large-scale, distributed operating system for big data applications. The technology is designed for </a:t>
            </a:r>
            <a:r>
              <a:rPr b="1" i="0" lang="en-US" sz="1600">
                <a:solidFill>
                  <a:schemeClr val="dk1"/>
                </a:solidFill>
                <a:latin typeface="Calibri"/>
                <a:ea typeface="Calibri"/>
                <a:cs typeface="Calibri"/>
                <a:sym typeface="Calibri"/>
              </a:rPr>
              <a:t>cluster</a:t>
            </a:r>
            <a:r>
              <a:rPr b="0" i="0" lang="en-US" sz="1600">
                <a:solidFill>
                  <a:schemeClr val="dk1"/>
                </a:solidFill>
                <a:latin typeface="Calibri"/>
                <a:ea typeface="Calibri"/>
                <a:cs typeface="Calibri"/>
                <a:sym typeface="Calibri"/>
              </a:rPr>
              <a:t> management and is one of the key features in the second generation of </a:t>
            </a:r>
            <a:r>
              <a:rPr b="1" i="0" lang="en-US" sz="1600">
                <a:solidFill>
                  <a:schemeClr val="dk1"/>
                </a:solidFill>
                <a:latin typeface="Calibri"/>
                <a:ea typeface="Calibri"/>
                <a:cs typeface="Calibri"/>
                <a:sym typeface="Calibri"/>
              </a:rPr>
              <a:t>Hadoop</a:t>
            </a:r>
            <a:endParaRPr/>
          </a:p>
          <a:p>
            <a:pPr indent="-285750" lvl="0" marL="285750" rtl="0" algn="l">
              <a:spcBef>
                <a:spcPts val="0"/>
              </a:spcBef>
              <a:spcAft>
                <a:spcPts val="0"/>
              </a:spcAft>
              <a:buClr>
                <a:schemeClr val="dk1"/>
              </a:buClr>
              <a:buSzPts val="1600"/>
              <a:buFont typeface="Calibri"/>
              <a:buChar char="-"/>
            </a:pPr>
            <a:r>
              <a:rPr b="1" i="0" lang="en-US" sz="1600">
                <a:solidFill>
                  <a:schemeClr val="dk1"/>
                </a:solidFill>
                <a:latin typeface="Calibri"/>
                <a:ea typeface="Calibri"/>
                <a:cs typeface="Calibri"/>
                <a:sym typeface="Calibri"/>
              </a:rPr>
              <a:t>Pig</a:t>
            </a:r>
            <a:r>
              <a:rPr b="0" i="0" lang="en-US" sz="1600">
                <a:solidFill>
                  <a:schemeClr val="dk1"/>
                </a:solidFill>
                <a:latin typeface="Calibri"/>
                <a:ea typeface="Calibri"/>
                <a:cs typeface="Calibri"/>
                <a:sym typeface="Calibri"/>
              </a:rPr>
              <a:t> and </a:t>
            </a:r>
            <a:r>
              <a:rPr b="1" i="0" lang="en-US" sz="1600">
                <a:solidFill>
                  <a:schemeClr val="dk1"/>
                </a:solidFill>
                <a:latin typeface="Calibri"/>
                <a:ea typeface="Calibri"/>
                <a:cs typeface="Calibri"/>
                <a:sym typeface="Calibri"/>
              </a:rPr>
              <a:t>Hive</a:t>
            </a:r>
            <a:r>
              <a:rPr b="0" i="0" lang="en-US" sz="1600">
                <a:solidFill>
                  <a:schemeClr val="dk1"/>
                </a:solidFill>
                <a:latin typeface="Calibri"/>
                <a:ea typeface="Calibri"/>
                <a:cs typeface="Calibri"/>
                <a:sym typeface="Calibri"/>
              </a:rPr>
              <a:t> are the two key components of the Hadoop ecosystem. What does pig hadoop or hive hadoop solve? Pig hadoop and Hive hadoop have a similar goal- they are tools that ease the complexity of writing complex java MapReduce programs. </a:t>
            </a:r>
            <a:endParaRPr/>
          </a:p>
          <a:p>
            <a:pPr indent="-184150" lvl="0" marL="285750" rtl="0" algn="l">
              <a:spcBef>
                <a:spcPts val="0"/>
              </a:spcBef>
              <a:spcAft>
                <a:spcPts val="0"/>
              </a:spcAft>
              <a:buClr>
                <a:schemeClr val="dk1"/>
              </a:buClr>
              <a:buSzPts val="1600"/>
              <a:buFont typeface="Calibri"/>
              <a:buNone/>
            </a:pPr>
            <a:r>
              <a:t/>
            </a:r>
            <a:endParaRPr/>
          </a:p>
        </p:txBody>
      </p:sp>
      <p:sp>
        <p:nvSpPr>
          <p:cNvPr id="1067" name="Google Shape;1067;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4" name="Google Shape;1084;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rPr lang="en-US"/>
              <a:t>- </a:t>
            </a:r>
            <a:r>
              <a:rPr lang="en-US" sz="1600"/>
              <a:t>NoSQL data store build on top of HDFS</a:t>
            </a:r>
            <a:endParaRPr/>
          </a:p>
          <a:p>
            <a:pPr indent="0" lvl="0" marL="0" rtl="0" algn="l">
              <a:spcBef>
                <a:spcPts val="0"/>
              </a:spcBef>
              <a:spcAft>
                <a:spcPts val="0"/>
              </a:spcAft>
              <a:buNone/>
            </a:pPr>
            <a:r>
              <a:rPr lang="en-US"/>
              <a:t>- </a:t>
            </a:r>
            <a:r>
              <a:rPr lang="en-US" sz="2000"/>
              <a:t>HDFS good for:</a:t>
            </a:r>
            <a:endParaRPr/>
          </a:p>
          <a:p>
            <a:pPr indent="0" lvl="1" marL="609493" rtl="0" algn="l">
              <a:spcBef>
                <a:spcPts val="0"/>
              </a:spcBef>
              <a:spcAft>
                <a:spcPts val="0"/>
              </a:spcAft>
              <a:buNone/>
            </a:pPr>
            <a:r>
              <a:rPr lang="en-US" sz="2000"/>
              <a:t>Large files</a:t>
            </a:r>
            <a:endParaRPr/>
          </a:p>
          <a:p>
            <a:pPr indent="0" lvl="1" marL="609493" rtl="0" algn="l">
              <a:spcBef>
                <a:spcPts val="0"/>
              </a:spcBef>
              <a:spcAft>
                <a:spcPts val="0"/>
              </a:spcAft>
              <a:buNone/>
            </a:pPr>
            <a:r>
              <a:rPr lang="en-US" sz="2000"/>
              <a:t>Streaming data</a:t>
            </a:r>
            <a:endParaRPr/>
          </a:p>
          <a:p>
            <a:pPr indent="0" lvl="0" marL="0" rtl="0" algn="l">
              <a:spcBef>
                <a:spcPts val="0"/>
              </a:spcBef>
              <a:spcAft>
                <a:spcPts val="0"/>
              </a:spcAft>
              <a:buNone/>
            </a:pPr>
            <a:r>
              <a:rPr lang="en-US" sz="2000"/>
              <a:t>- Not good for:</a:t>
            </a:r>
            <a:endParaRPr/>
          </a:p>
          <a:p>
            <a:pPr indent="0" lvl="1" marL="609493" rtl="0" algn="l">
              <a:spcBef>
                <a:spcPts val="0"/>
              </a:spcBef>
              <a:spcAft>
                <a:spcPts val="0"/>
              </a:spcAft>
              <a:buNone/>
            </a:pPr>
            <a:r>
              <a:rPr lang="en-US" sz="2000"/>
              <a:t>Lots of small files</a:t>
            </a:r>
            <a:endParaRPr/>
          </a:p>
          <a:p>
            <a:pPr indent="0" lvl="1" marL="609493" rtl="0" algn="l">
              <a:spcBef>
                <a:spcPts val="0"/>
              </a:spcBef>
              <a:spcAft>
                <a:spcPts val="0"/>
              </a:spcAft>
              <a:buNone/>
            </a:pPr>
            <a:r>
              <a:rPr lang="en-US" sz="2000"/>
              <a:t>Random access to files</a:t>
            </a:r>
            <a:endParaRPr/>
          </a:p>
          <a:p>
            <a:pPr indent="0" lvl="1" marL="609493" rtl="0" algn="l">
              <a:spcBef>
                <a:spcPts val="0"/>
              </a:spcBef>
              <a:spcAft>
                <a:spcPts val="0"/>
              </a:spcAft>
              <a:buNone/>
            </a:pPr>
            <a:r>
              <a:t/>
            </a:r>
            <a:endParaRPr sz="2000"/>
          </a:p>
          <a:p>
            <a:pPr indent="0" lvl="0" marL="0" rtl="0" algn="l">
              <a:spcBef>
                <a:spcPts val="0"/>
              </a:spcBef>
              <a:spcAft>
                <a:spcPts val="0"/>
              </a:spcAft>
              <a:buNone/>
            </a:pPr>
            <a:r>
              <a:rPr lang="en-US" sz="2800"/>
              <a:t>Design of HDFS</a:t>
            </a:r>
            <a:endParaRPr sz="2800"/>
          </a:p>
          <a:p>
            <a:pPr indent="0" lvl="0" marL="0" rtl="0" algn="l">
              <a:spcBef>
                <a:spcPts val="0"/>
              </a:spcBef>
              <a:spcAft>
                <a:spcPts val="0"/>
              </a:spcAft>
              <a:buNone/>
            </a:pPr>
            <a:r>
              <a:rPr lang="en-US" sz="2800"/>
              <a:t>- Master-Slave design</a:t>
            </a:r>
            <a:endParaRPr/>
          </a:p>
          <a:p>
            <a:pPr indent="0" lvl="0" marL="0" rtl="0" algn="l">
              <a:spcBef>
                <a:spcPts val="0"/>
              </a:spcBef>
              <a:spcAft>
                <a:spcPts val="0"/>
              </a:spcAft>
              <a:buNone/>
            </a:pPr>
            <a:r>
              <a:rPr lang="en-US" sz="2800"/>
              <a:t>- Master Node</a:t>
            </a:r>
            <a:endParaRPr/>
          </a:p>
          <a:p>
            <a:pPr indent="0" lvl="1" marL="609493" rtl="0" algn="l">
              <a:spcBef>
                <a:spcPts val="0"/>
              </a:spcBef>
              <a:spcAft>
                <a:spcPts val="0"/>
              </a:spcAft>
              <a:buNone/>
            </a:pPr>
            <a:r>
              <a:rPr lang="en-US"/>
              <a:t>+ Single NameNode for managing metadata</a:t>
            </a:r>
            <a:endParaRPr/>
          </a:p>
          <a:p>
            <a:pPr indent="0" lvl="0" marL="0" rtl="0" algn="l">
              <a:spcBef>
                <a:spcPts val="0"/>
              </a:spcBef>
              <a:spcAft>
                <a:spcPts val="0"/>
              </a:spcAft>
              <a:buNone/>
            </a:pPr>
            <a:r>
              <a:rPr lang="en-US" sz="2800"/>
              <a:t>- Slave Nodes</a:t>
            </a:r>
            <a:endParaRPr/>
          </a:p>
          <a:p>
            <a:pPr indent="0" lvl="1" marL="609493" rtl="0" algn="l">
              <a:spcBef>
                <a:spcPts val="0"/>
              </a:spcBef>
              <a:spcAft>
                <a:spcPts val="0"/>
              </a:spcAft>
              <a:buNone/>
            </a:pPr>
            <a:r>
              <a:rPr lang="en-US"/>
              <a:t>+ Multiple DataNodes for storing data</a:t>
            </a:r>
            <a:endParaRPr/>
          </a:p>
          <a:p>
            <a:pPr indent="0" lvl="0" marL="0" rtl="0" algn="l">
              <a:spcBef>
                <a:spcPts val="0"/>
              </a:spcBef>
              <a:spcAft>
                <a:spcPts val="0"/>
              </a:spcAft>
              <a:buNone/>
            </a:pPr>
            <a:r>
              <a:rPr lang="en-US" sz="2800"/>
              <a:t>- Other</a:t>
            </a:r>
            <a:endParaRPr/>
          </a:p>
          <a:p>
            <a:pPr indent="0" lvl="1" marL="609493" rtl="0" algn="l">
              <a:spcBef>
                <a:spcPts val="0"/>
              </a:spcBef>
              <a:spcAft>
                <a:spcPts val="0"/>
              </a:spcAft>
              <a:buNone/>
            </a:pPr>
            <a:r>
              <a:rPr lang="en-US"/>
              <a:t>+ Secondary NameNode as a backup</a:t>
            </a:r>
            <a:endParaRPr/>
          </a:p>
          <a:p>
            <a:pPr indent="0" lvl="1" marL="609493" rtl="0" algn="l">
              <a:spcBef>
                <a:spcPts val="0"/>
              </a:spcBef>
              <a:spcAft>
                <a:spcPts val="0"/>
              </a:spcAft>
              <a:buNone/>
            </a:pPr>
            <a:r>
              <a:t/>
            </a:r>
            <a:endParaRPr sz="2000"/>
          </a:p>
          <a:p>
            <a:pPr indent="0" lvl="0" marL="0" rtl="0" algn="l">
              <a:spcBef>
                <a:spcPts val="0"/>
              </a:spcBef>
              <a:spcAft>
                <a:spcPts val="0"/>
              </a:spcAft>
              <a:buNone/>
            </a:pPr>
            <a:r>
              <a:t/>
            </a:r>
            <a:endParaRPr/>
          </a:p>
        </p:txBody>
      </p:sp>
      <p:sp>
        <p:nvSpPr>
          <p:cNvPr id="1085" name="Google Shape;1085;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p1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4" name="Google Shape;1104;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You can safely remove this slide. This slide design was provided by SlideModel.com – You can download more templates, shapes and elements for PowerPoint from http://slidemodel.com</a:t>
            </a:r>
            <a:endParaRPr/>
          </a:p>
        </p:txBody>
      </p:sp>
      <p:sp>
        <p:nvSpPr>
          <p:cNvPr id="1105" name="Google Shape;1105;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0" name="Google Shape;1110;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list out the challenges: machine die, machine go slow, how to make machines recognize to each other, how could they collaborate.</a:t>
            </a:r>
            <a:endParaRPr/>
          </a:p>
        </p:txBody>
      </p:sp>
      <p:sp>
        <p:nvSpPr>
          <p:cNvPr id="1111" name="Google Shape;1111;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7" name="Google Shape;1117;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An example.</a:t>
            </a:r>
            <a:endParaRPr/>
          </a:p>
          <a:p>
            <a:pPr indent="-285750" lvl="0" marL="285750" rtl="0" algn="l">
              <a:spcBef>
                <a:spcPts val="0"/>
              </a:spcBef>
              <a:spcAft>
                <a:spcPts val="0"/>
              </a:spcAft>
              <a:buClr>
                <a:schemeClr val="dk1"/>
              </a:buClr>
              <a:buSzPts val="1600"/>
              <a:buFont typeface="Calibri"/>
              <a:buChar char="-"/>
            </a:pPr>
            <a:r>
              <a:rPr lang="en-US"/>
              <a:t>Paralell partition: partition in different machines. </a:t>
            </a:r>
            <a:endParaRPr/>
          </a:p>
          <a:p>
            <a:pPr indent="-285750" lvl="0" marL="285750" rtl="0" algn="l">
              <a:spcBef>
                <a:spcPts val="0"/>
              </a:spcBef>
              <a:spcAft>
                <a:spcPts val="0"/>
              </a:spcAft>
              <a:buClr>
                <a:schemeClr val="dk1"/>
              </a:buClr>
              <a:buSzPts val="1600"/>
              <a:buFont typeface="Calibri"/>
              <a:buChar char="-"/>
            </a:pPr>
            <a:r>
              <a:rPr lang="en-US"/>
              <a:t>Need a machine to summarize data.</a:t>
            </a:r>
            <a:endParaRPr/>
          </a:p>
          <a:p>
            <a:pPr indent="-285750" lvl="0" marL="285750" rtl="0" algn="l">
              <a:spcBef>
                <a:spcPts val="0"/>
              </a:spcBef>
              <a:spcAft>
                <a:spcPts val="0"/>
              </a:spcAft>
              <a:buClr>
                <a:schemeClr val="dk1"/>
              </a:buClr>
              <a:buSzPts val="1600"/>
              <a:buFont typeface="Calibri"/>
              <a:buChar char="-"/>
            </a:pPr>
            <a:r>
              <a:rPr lang="en-US"/>
              <a:t>This requires all the machines run well and return the results quite the same time. </a:t>
            </a:r>
            <a:endParaRPr/>
          </a:p>
        </p:txBody>
      </p:sp>
      <p:sp>
        <p:nvSpPr>
          <p:cNvPr id="1118" name="Google Shape;1118;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6" name="Google Shape;1166;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b="1" lang="en-US"/>
              <a:t>Critical path problem</a:t>
            </a:r>
            <a:r>
              <a:rPr lang="en-US"/>
              <a:t>: It is the amount of time taken to finish the job without delaying the next milestone or actual completion date. So, if, any of the machines delays the job, the whole work gets delayed.</a:t>
            </a:r>
            <a:endParaRPr/>
          </a:p>
          <a:p>
            <a:pPr indent="-285750" lvl="0" marL="285750" rtl="0" algn="l">
              <a:spcBef>
                <a:spcPts val="0"/>
              </a:spcBef>
              <a:spcAft>
                <a:spcPts val="0"/>
              </a:spcAft>
              <a:buClr>
                <a:schemeClr val="dk1"/>
              </a:buClr>
              <a:buSzPts val="1600"/>
              <a:buFont typeface="Calibri"/>
              <a:buChar char="-"/>
            </a:pPr>
            <a:r>
              <a:rPr b="1" lang="en-US"/>
              <a:t>Reliability problem</a:t>
            </a:r>
            <a:r>
              <a:rPr lang="en-US"/>
              <a:t>: What if, any of the machines which is working with a part of data fails? The management of this failover becomes a challenge.</a:t>
            </a:r>
            <a:endParaRPr/>
          </a:p>
          <a:p>
            <a:pPr indent="-285750" lvl="0" marL="285750" rtl="0" algn="l">
              <a:spcBef>
                <a:spcPts val="0"/>
              </a:spcBef>
              <a:spcAft>
                <a:spcPts val="0"/>
              </a:spcAft>
              <a:buClr>
                <a:schemeClr val="dk1"/>
              </a:buClr>
              <a:buSzPts val="1600"/>
              <a:buFont typeface="Calibri"/>
              <a:buChar char="-"/>
            </a:pPr>
            <a:r>
              <a:rPr b="1" lang="en-US"/>
              <a:t>Equal split issue</a:t>
            </a:r>
            <a:r>
              <a:rPr lang="en-US"/>
              <a:t>: How will I divide the data into smaller chunks so that each machine gets even part of data to work with. In other words, how to equally divide the data such that no individual machine is overloaded or under utilized. Single split may fail: If any of the machine fails to provide the output, I will not be able to calculate the result. So, there should be a mechanism to ensure this fault tolerance capability of the system.</a:t>
            </a:r>
            <a:endParaRPr/>
          </a:p>
          <a:p>
            <a:pPr indent="-285750" lvl="0" marL="285750" rtl="0" algn="l">
              <a:spcBef>
                <a:spcPts val="0"/>
              </a:spcBef>
              <a:spcAft>
                <a:spcPts val="0"/>
              </a:spcAft>
              <a:buClr>
                <a:schemeClr val="dk1"/>
              </a:buClr>
              <a:buSzPts val="1600"/>
              <a:buFont typeface="Calibri"/>
              <a:buChar char="-"/>
            </a:pPr>
            <a:r>
              <a:rPr b="1" lang="en-US"/>
              <a:t>Aggregation of result</a:t>
            </a:r>
            <a:r>
              <a:rPr lang="en-US"/>
              <a:t>: There should be a mechanism to aggregate the result generated by each of the machines to produce the final output. </a:t>
            </a:r>
            <a:endParaRPr/>
          </a:p>
        </p:txBody>
      </p:sp>
      <p:sp>
        <p:nvSpPr>
          <p:cNvPr id="1167" name="Google Shape;1167;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3" name="Google Shape;1173;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600">
                <a:solidFill>
                  <a:schemeClr val="dk1"/>
                </a:solidFill>
                <a:latin typeface="Calibri"/>
                <a:ea typeface="Calibri"/>
                <a:cs typeface="Calibri"/>
                <a:sym typeface="Calibri"/>
              </a:rPr>
              <a:t>MapReduce is a programming framework that allows us to perform distributed and parallel processing on large data sets in a distributed environment.</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MapReduce consists of two distinct tasks – Map and Reduce.</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As the name MapReduce suggests, reducer phase takes place after mapper phase has been completed.</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So, the first is the map job, where a block of data is read and processed to produce key-value pairs as intermediate outputs.</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The output of a Mapper or map job (key-value pairs) is input to the Reducer.</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The reducer receives the key-value pair from multiple map jobs.</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Then, the reducer aggregates those intermediate data tuples (intermediate key-value pair) into a smaller set of tuples or key-value pairs which is the final output.</a:t>
            </a:r>
            <a:endParaRPr/>
          </a:p>
          <a:p>
            <a:pPr indent="0" lvl="0" marL="0" rtl="0" algn="l">
              <a:spcBef>
                <a:spcPts val="0"/>
              </a:spcBef>
              <a:spcAft>
                <a:spcPts val="0"/>
              </a:spcAft>
              <a:buNone/>
            </a:pPr>
            <a:r>
              <a:t/>
            </a:r>
            <a:endParaRPr/>
          </a:p>
        </p:txBody>
      </p:sp>
      <p:sp>
        <p:nvSpPr>
          <p:cNvPr id="1174" name="Google Shape;1174;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0" name="Google Shape;1180;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600">
                <a:solidFill>
                  <a:schemeClr val="dk1"/>
                </a:solidFill>
                <a:latin typeface="Calibri"/>
                <a:ea typeface="Calibri"/>
                <a:cs typeface="Calibri"/>
                <a:sym typeface="Calibri"/>
              </a:rPr>
              <a:t>Fault Tolerance</a:t>
            </a:r>
            <a:r>
              <a:rPr b="0" i="0" lang="en-US" sz="1600">
                <a:solidFill>
                  <a:schemeClr val="dk1"/>
                </a:solidFill>
                <a:latin typeface="Calibri"/>
                <a:ea typeface="Calibri"/>
                <a:cs typeface="Calibri"/>
                <a:sym typeface="Calibri"/>
              </a:rPr>
              <a:t> simply means a system’s ability to continue operating uninterrupted despite the failure of one or more of its components. This is true whether it is a computer system, a cloud cluster, a network, or something else. In other words, fault tolerance refers to how an operating system (OS) responds to and allows for software or hardware malfunctions and failures.</a:t>
            </a:r>
            <a:endParaRPr/>
          </a:p>
        </p:txBody>
      </p:sp>
      <p:sp>
        <p:nvSpPr>
          <p:cNvPr id="1181" name="Google Shape;1181;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7" name="Google Shape;1187;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8" name="Shape 1198"/>
        <p:cNvGrpSpPr/>
        <p:nvPr/>
      </p:nvGrpSpPr>
      <p:grpSpPr>
        <a:xfrm>
          <a:off x="0" y="0"/>
          <a:ext cx="0" cy="0"/>
          <a:chOff x="0" y="0"/>
          <a:chExt cx="0" cy="0"/>
        </a:xfrm>
      </p:grpSpPr>
      <p:sp>
        <p:nvSpPr>
          <p:cNvPr id="1199" name="Google Shape;1199;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0" name="Google Shape;1200;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An example of Map-reduce idea.</a:t>
            </a:r>
            <a:endParaRPr/>
          </a:p>
          <a:p>
            <a:pPr indent="-285750" lvl="0" marL="285750" rtl="0" algn="l">
              <a:spcBef>
                <a:spcPts val="0"/>
              </a:spcBef>
              <a:spcAft>
                <a:spcPts val="0"/>
              </a:spcAft>
              <a:buClr>
                <a:schemeClr val="dk1"/>
              </a:buClr>
              <a:buSzPts val="1600"/>
              <a:buFont typeface="Calibri"/>
              <a:buChar char="-"/>
            </a:pPr>
            <a:r>
              <a:rPr lang="en-US"/>
              <a:t>Map: compute in each machine.</a:t>
            </a:r>
            <a:endParaRPr/>
          </a:p>
          <a:p>
            <a:pPr indent="-285750" lvl="0" marL="285750" rtl="0" algn="l">
              <a:spcBef>
                <a:spcPts val="0"/>
              </a:spcBef>
              <a:spcAft>
                <a:spcPts val="0"/>
              </a:spcAft>
              <a:buClr>
                <a:schemeClr val="dk1"/>
              </a:buClr>
              <a:buSzPts val="1600"/>
              <a:buFont typeface="Calibri"/>
              <a:buChar char="-"/>
            </a:pPr>
            <a:r>
              <a:rPr lang="en-US"/>
              <a:t>Reduce: summarize the results to return to user. Have to pre-define the attributes to reduce. </a:t>
            </a:r>
            <a:endParaRPr/>
          </a:p>
        </p:txBody>
      </p:sp>
      <p:sp>
        <p:nvSpPr>
          <p:cNvPr id="1201" name="Google Shape;1201;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4" name="Google Shape;1264;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First, we divide the input in three splits as shown in the figure. This will distribute the work among all the map nodes.</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Then, we tokenize the words in each of the mapper and give a hardcoded value (1) to each of the tokens or words. The rationale behind giving a hardcoded value equal to 1 is that every word, in itself, will occur once.</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Now, a list of key-value pair will be created where the key is nothing but the individual words and value is one. So, for the first line (Dear Bear River) we have 3 key-value pairs – Dear, 1; Bear, 1; River, 1. The mapping process remains the same on all the nodes.</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After mapper phase, a partition process takes place where sorting and shuffling happens so that all the tuples with the same key are sent to the corresponding reducer.</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So, after the sorting and shuffling phase, each reducer will have a unique key and a list of values corresponding to that very key. For example, Bear, [1,1]; Car, [1,1,1].., etc. </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Now, each Reducer counts the values which are present in that list of values. As shown in the figure, reducer gets a list of values which is [1,1] for the key Bear. Then, it counts the number of ones in the very list and gives the final output as – Bear, 2.</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Finally, all the output key/value pairs are then collected and written in the output file.</a:t>
            </a:r>
            <a:endParaRPr/>
          </a:p>
          <a:p>
            <a:pPr indent="0" lvl="0" marL="0" rtl="0" algn="l">
              <a:spcBef>
                <a:spcPts val="0"/>
              </a:spcBef>
              <a:spcAft>
                <a:spcPts val="0"/>
              </a:spcAft>
              <a:buNone/>
            </a:pPr>
            <a:r>
              <a:t/>
            </a:r>
            <a:endParaRPr/>
          </a:p>
        </p:txBody>
      </p:sp>
      <p:sp>
        <p:nvSpPr>
          <p:cNvPr id="1265" name="Google Shape;1265;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1" name="Google Shape;1271;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Map-reduce from Google (idea).</a:t>
            </a:r>
            <a:endParaRPr/>
          </a:p>
          <a:p>
            <a:pPr indent="0" lvl="0" marL="0" rtl="0" algn="l">
              <a:spcBef>
                <a:spcPts val="0"/>
              </a:spcBef>
              <a:spcAft>
                <a:spcPts val="0"/>
              </a:spcAft>
              <a:buNone/>
            </a:pPr>
            <a:r>
              <a:rPr lang="en-US"/>
              <a:t>- There a framework to implement this idea called Hadoop. Sequencely, Map-reduce -&gt; hard disk, then Map-reduce -&gt; hard disk.</a:t>
            </a:r>
            <a:endParaRPr/>
          </a:p>
        </p:txBody>
      </p:sp>
      <p:sp>
        <p:nvSpPr>
          <p:cNvPr id="1272" name="Google Shape;1272;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9" name="Google Shape;1279;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5" name="Google Shape;1285;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Price of mamory decrease (cheaper) =&gt; want to store data in memory.</a:t>
            </a:r>
            <a:endParaRPr/>
          </a:p>
          <a:p>
            <a:pPr indent="-285750" lvl="0" marL="285750" rtl="0" algn="l">
              <a:spcBef>
                <a:spcPts val="0"/>
              </a:spcBef>
              <a:spcAft>
                <a:spcPts val="0"/>
              </a:spcAft>
              <a:buClr>
                <a:schemeClr val="dk1"/>
              </a:buClr>
              <a:buSzPts val="1600"/>
              <a:buFont typeface="Calibri"/>
              <a:buChar char="-"/>
            </a:pPr>
            <a:r>
              <a:rPr lang="en-US"/>
              <a:t>=&gt; Give birth of Apache Spark.</a:t>
            </a:r>
            <a:endParaRPr/>
          </a:p>
        </p:txBody>
      </p:sp>
      <p:sp>
        <p:nvSpPr>
          <p:cNvPr id="1286" name="Google Shape;1286;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0" name="Shape 1290"/>
        <p:cNvGrpSpPr/>
        <p:nvPr/>
      </p:nvGrpSpPr>
      <p:grpSpPr>
        <a:xfrm>
          <a:off x="0" y="0"/>
          <a:ext cx="0" cy="0"/>
          <a:chOff x="0" y="0"/>
          <a:chExt cx="0" cy="0"/>
        </a:xfrm>
      </p:grpSpPr>
      <p:sp>
        <p:nvSpPr>
          <p:cNvPr id="1291" name="Google Shape;1291;p2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2" name="Google Shape;1292;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You can safely remove this slide. This slide design was provided by SlideModel.com – You can download more templates, shapes and elements for PowerPoint from http://slidemodel.com</a:t>
            </a:r>
            <a:endParaRPr/>
          </a:p>
        </p:txBody>
      </p:sp>
      <p:sp>
        <p:nvSpPr>
          <p:cNvPr id="1293" name="Google Shape;1293;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8" name="Google Shape;1298;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It can solve the issues of handling the failure of machines.</a:t>
            </a:r>
            <a:endParaRPr/>
          </a:p>
          <a:p>
            <a:pPr indent="-285750" lvl="0" marL="285750" rtl="0" algn="l">
              <a:spcBef>
                <a:spcPts val="0"/>
              </a:spcBef>
              <a:spcAft>
                <a:spcPts val="0"/>
              </a:spcAft>
              <a:buClr>
                <a:schemeClr val="dk1"/>
              </a:buClr>
              <a:buSzPts val="1600"/>
              <a:buFont typeface="Calibri"/>
              <a:buChar char="-"/>
            </a:pPr>
            <a:r>
              <a:rPr lang="en-US"/>
              <a:t>Fault-tolerance: machine die or stand by.</a:t>
            </a:r>
            <a:endParaRPr/>
          </a:p>
          <a:p>
            <a:pPr indent="-285750" lvl="0" marL="285750" rtl="0" algn="l">
              <a:spcBef>
                <a:spcPts val="0"/>
              </a:spcBef>
              <a:spcAft>
                <a:spcPts val="0"/>
              </a:spcAft>
              <a:buClr>
                <a:schemeClr val="dk1"/>
              </a:buClr>
              <a:buSzPts val="1600"/>
              <a:buFont typeface="Calibri"/>
              <a:buChar char="-"/>
            </a:pPr>
            <a:r>
              <a:rPr lang="en-US"/>
              <a:t>Hide complexites: help users avoid the coding for structure the distributed mechanism. </a:t>
            </a:r>
            <a:endParaRPr/>
          </a:p>
          <a:p>
            <a:pPr indent="-184150" lvl="0" marL="285750" rtl="0" algn="l">
              <a:spcBef>
                <a:spcPts val="0"/>
              </a:spcBef>
              <a:spcAft>
                <a:spcPts val="0"/>
              </a:spcAft>
              <a:buClr>
                <a:schemeClr val="dk1"/>
              </a:buClr>
              <a:buSzPts val="1600"/>
              <a:buFont typeface="Calibri"/>
              <a:buNone/>
            </a:pPr>
            <a:r>
              <a:t/>
            </a:r>
            <a:endParaRPr/>
          </a:p>
          <a:p>
            <a:pPr indent="0" lvl="0" marL="0" rtl="0" algn="l">
              <a:spcBef>
                <a:spcPts val="0"/>
              </a:spcBef>
              <a:spcAft>
                <a:spcPts val="0"/>
              </a:spcAft>
              <a:buNone/>
            </a:pPr>
            <a:r>
              <a:rPr b="1" i="0" lang="en-US" sz="1600">
                <a:solidFill>
                  <a:schemeClr val="dk1"/>
                </a:solidFill>
                <a:latin typeface="Calibri"/>
                <a:ea typeface="Calibri"/>
                <a:cs typeface="Calibri"/>
                <a:sym typeface="Calibri"/>
              </a:rPr>
              <a:t>Basic concepts</a:t>
            </a:r>
            <a:endParaRPr/>
          </a:p>
          <a:p>
            <a:pPr indent="0" lvl="0" marL="0" rtl="0" algn="l">
              <a:spcBef>
                <a:spcPts val="0"/>
              </a:spcBef>
              <a:spcAft>
                <a:spcPts val="0"/>
              </a:spcAft>
              <a:buNone/>
            </a:pPr>
            <a:r>
              <a:rPr b="1" i="0" lang="en-US" sz="1600">
                <a:solidFill>
                  <a:schemeClr val="dk1"/>
                </a:solidFill>
                <a:latin typeface="Calibri"/>
                <a:ea typeface="Calibri"/>
                <a:cs typeface="Calibri"/>
                <a:sym typeface="Calibri"/>
              </a:rPr>
              <a:t>RDD</a:t>
            </a:r>
            <a:r>
              <a:rPr b="0" i="0" lang="en-US" sz="1600">
                <a:solidFill>
                  <a:schemeClr val="dk1"/>
                </a:solidFill>
                <a:latin typeface="Calibri"/>
                <a:ea typeface="Calibri"/>
                <a:cs typeface="Calibri"/>
                <a:sym typeface="Calibri"/>
              </a:rPr>
              <a:t>: </a:t>
            </a:r>
            <a:r>
              <a:rPr b="0" i="1" lang="en-US" sz="1600">
                <a:solidFill>
                  <a:schemeClr val="dk1"/>
                </a:solidFill>
                <a:latin typeface="Calibri"/>
                <a:ea typeface="Calibri"/>
                <a:cs typeface="Calibri"/>
                <a:sym typeface="Calibri"/>
              </a:rPr>
              <a:t>the basic abstraction of Spark. It distributes data object on to multiple machines, and process in memory, which is faster than processing on a single machine like R or Python. But it’s not organized in named columns.</a:t>
            </a:r>
            <a:endParaRPr b="0" i="0" sz="1600">
              <a:solidFill>
                <a:schemeClr val="dk1"/>
              </a:solidFill>
              <a:latin typeface="Calibri"/>
              <a:ea typeface="Calibri"/>
              <a:cs typeface="Calibri"/>
              <a:sym typeface="Calibri"/>
            </a:endParaRPr>
          </a:p>
          <a:p>
            <a:pPr indent="0" lvl="0" marL="0" rtl="0" algn="l">
              <a:spcBef>
                <a:spcPts val="0"/>
              </a:spcBef>
              <a:spcAft>
                <a:spcPts val="0"/>
              </a:spcAft>
              <a:buNone/>
            </a:pPr>
            <a:r>
              <a:rPr b="1" i="0" lang="en-US" sz="1600">
                <a:solidFill>
                  <a:schemeClr val="dk1"/>
                </a:solidFill>
                <a:latin typeface="Calibri"/>
                <a:ea typeface="Calibri"/>
                <a:cs typeface="Calibri"/>
                <a:sym typeface="Calibri"/>
              </a:rPr>
              <a:t>Dataframe</a:t>
            </a:r>
            <a:r>
              <a:rPr b="0" i="1" lang="en-US" sz="1600">
                <a:solidFill>
                  <a:schemeClr val="dk1"/>
                </a:solidFill>
                <a:latin typeface="Calibri"/>
                <a:ea typeface="Calibri"/>
                <a:cs typeface="Calibri"/>
                <a:sym typeface="Calibri"/>
              </a:rPr>
              <a:t>: built on top of rdd and can have a schema with column names and data types. It’s faster than rdd because it gives Spark more information about the data.</a:t>
            </a:r>
            <a:endParaRPr b="0" i="0" sz="1600">
              <a:solidFill>
                <a:schemeClr val="dk1"/>
              </a:solidFill>
              <a:latin typeface="Calibri"/>
              <a:ea typeface="Calibri"/>
              <a:cs typeface="Calibri"/>
              <a:sym typeface="Calibri"/>
            </a:endParaRPr>
          </a:p>
          <a:p>
            <a:pPr indent="0" lvl="0" marL="0" rtl="0" algn="l">
              <a:spcBef>
                <a:spcPts val="0"/>
              </a:spcBef>
              <a:spcAft>
                <a:spcPts val="0"/>
              </a:spcAft>
              <a:buNone/>
            </a:pPr>
            <a:r>
              <a:rPr b="1" i="0" lang="en-US" sz="1600">
                <a:solidFill>
                  <a:schemeClr val="dk1"/>
                </a:solidFill>
                <a:latin typeface="Calibri"/>
                <a:ea typeface="Calibri"/>
                <a:cs typeface="Calibri"/>
                <a:sym typeface="Calibri"/>
              </a:rPr>
              <a:t>Lazy evaluation</a:t>
            </a:r>
            <a:r>
              <a:rPr b="0" i="0" lang="en-US" sz="1600">
                <a:solidFill>
                  <a:schemeClr val="dk1"/>
                </a:solidFill>
                <a:latin typeface="Calibri"/>
                <a:ea typeface="Calibri"/>
                <a:cs typeface="Calibri"/>
                <a:sym typeface="Calibri"/>
              </a:rPr>
              <a:t>: Spark doesn’t actually execute data when you use transformations until you call an action.</a:t>
            </a:r>
            <a:endParaRPr/>
          </a:p>
          <a:p>
            <a:pPr indent="0" lvl="0" marL="0" rtl="0" algn="l">
              <a:spcBef>
                <a:spcPts val="0"/>
              </a:spcBef>
              <a:spcAft>
                <a:spcPts val="0"/>
              </a:spcAft>
              <a:buNone/>
            </a:pPr>
            <a:r>
              <a:rPr b="1" i="0" lang="en-US" sz="1600">
                <a:solidFill>
                  <a:schemeClr val="dk1"/>
                </a:solidFill>
                <a:latin typeface="Calibri"/>
                <a:ea typeface="Calibri"/>
                <a:cs typeface="Calibri"/>
                <a:sym typeface="Calibri"/>
              </a:rPr>
              <a:t>Transformations</a:t>
            </a:r>
            <a:r>
              <a:rPr b="0" i="0" lang="en-US" sz="1600">
                <a:solidFill>
                  <a:schemeClr val="dk1"/>
                </a:solidFill>
                <a:latin typeface="Calibri"/>
                <a:ea typeface="Calibri"/>
                <a:cs typeface="Calibri"/>
                <a:sym typeface="Calibri"/>
              </a:rPr>
              <a:t>: select, filter/where, sort/orderBy, join, groupBy, agg</a:t>
            </a:r>
            <a:endParaRPr b="0" i="0" sz="1600">
              <a:solidFill>
                <a:schemeClr val="dk1"/>
              </a:solidFill>
              <a:latin typeface="Calibri"/>
              <a:ea typeface="Calibri"/>
              <a:cs typeface="Calibri"/>
              <a:sym typeface="Calibri"/>
            </a:endParaRPr>
          </a:p>
          <a:p>
            <a:pPr indent="0" lvl="0" marL="0" rtl="0" algn="l">
              <a:spcBef>
                <a:spcPts val="0"/>
              </a:spcBef>
              <a:spcAft>
                <a:spcPts val="0"/>
              </a:spcAft>
              <a:buNone/>
            </a:pPr>
            <a:r>
              <a:rPr b="1" i="0" lang="en-US" sz="1600">
                <a:solidFill>
                  <a:schemeClr val="dk1"/>
                </a:solidFill>
                <a:latin typeface="Calibri"/>
                <a:ea typeface="Calibri"/>
                <a:cs typeface="Calibri"/>
                <a:sym typeface="Calibri"/>
              </a:rPr>
              <a:t>Actions</a:t>
            </a:r>
            <a:r>
              <a:rPr b="0" i="0" lang="en-US" sz="1600">
                <a:solidFill>
                  <a:schemeClr val="dk1"/>
                </a:solidFill>
                <a:latin typeface="Calibri"/>
                <a:ea typeface="Calibri"/>
                <a:cs typeface="Calibri"/>
                <a:sym typeface="Calibri"/>
              </a:rPr>
              <a:t>: show, take, count, collect, describe, cache, printSchema</a:t>
            </a:r>
            <a:endParaRPr b="0" i="0" sz="1600">
              <a:solidFill>
                <a:schemeClr val="dk1"/>
              </a:solidFill>
              <a:latin typeface="Calibri"/>
              <a:ea typeface="Calibri"/>
              <a:cs typeface="Calibri"/>
              <a:sym typeface="Calibri"/>
            </a:endParaRPr>
          </a:p>
          <a:p>
            <a:pPr indent="-184150" lvl="0" marL="285750" rtl="0" algn="l">
              <a:spcBef>
                <a:spcPts val="0"/>
              </a:spcBef>
              <a:spcAft>
                <a:spcPts val="0"/>
              </a:spcAft>
              <a:buClr>
                <a:schemeClr val="dk1"/>
              </a:buClr>
              <a:buSzPts val="1600"/>
              <a:buFont typeface="Calibri"/>
              <a:buNone/>
            </a:pPr>
            <a:r>
              <a:t/>
            </a:r>
            <a:endParaRPr/>
          </a:p>
        </p:txBody>
      </p:sp>
      <p:sp>
        <p:nvSpPr>
          <p:cNvPr id="1299" name="Google Shape;1299;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6" name="Google Shape;1306;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Above figure (traditional one): Hadoop idea.</a:t>
            </a:r>
            <a:endParaRPr/>
          </a:p>
          <a:p>
            <a:pPr indent="0" lvl="0" marL="0" rtl="0" algn="l">
              <a:spcBef>
                <a:spcPts val="0"/>
              </a:spcBef>
              <a:spcAft>
                <a:spcPts val="0"/>
              </a:spcAft>
              <a:buNone/>
            </a:pPr>
            <a:r>
              <a:rPr lang="en-US"/>
              <a:t>- Apache Spark (new): Read one time in hard disk, all other steps carried out in memory.</a:t>
            </a:r>
            <a:endParaRPr/>
          </a:p>
        </p:txBody>
      </p:sp>
      <p:sp>
        <p:nvSpPr>
          <p:cNvPr id="1307" name="Google Shape;1307;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5" name="Google Shape;1315;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Spark can be installed standalone, or in server (included the functionality of managing clusters)</a:t>
            </a:r>
            <a:endParaRPr/>
          </a:p>
          <a:p>
            <a:pPr indent="0" lvl="0" marL="0" rtl="0" algn="l">
              <a:spcBef>
                <a:spcPts val="0"/>
              </a:spcBef>
              <a:spcAft>
                <a:spcPts val="0"/>
              </a:spcAft>
              <a:buNone/>
            </a:pPr>
            <a:r>
              <a:rPr lang="en-US"/>
              <a:t>- YARN: manage clusters (Hadoop clusters). They can install Spark in YARN clusters.</a:t>
            </a:r>
            <a:endParaRPr/>
          </a:p>
        </p:txBody>
      </p:sp>
      <p:sp>
        <p:nvSpPr>
          <p:cNvPr id="1316" name="Google Shape;1316;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0" name="Shape 1320"/>
        <p:cNvGrpSpPr/>
        <p:nvPr/>
      </p:nvGrpSpPr>
      <p:grpSpPr>
        <a:xfrm>
          <a:off x="0" y="0"/>
          <a:ext cx="0" cy="0"/>
          <a:chOff x="0" y="0"/>
          <a:chExt cx="0" cy="0"/>
        </a:xfrm>
      </p:grpSpPr>
      <p:sp>
        <p:nvSpPr>
          <p:cNvPr id="1321" name="Google Shape;1321;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2" name="Google Shape;1322;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Comparison in data sorting.</a:t>
            </a:r>
            <a:endParaRPr/>
          </a:p>
        </p:txBody>
      </p:sp>
      <p:sp>
        <p:nvSpPr>
          <p:cNvPr id="1323" name="Google Shape;1323;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9" name="Shape 1329"/>
        <p:cNvGrpSpPr/>
        <p:nvPr/>
      </p:nvGrpSpPr>
      <p:grpSpPr>
        <a:xfrm>
          <a:off x="0" y="0"/>
          <a:ext cx="0" cy="0"/>
          <a:chOff x="0" y="0"/>
          <a:chExt cx="0" cy="0"/>
        </a:xfrm>
      </p:grpSpPr>
      <p:sp>
        <p:nvSpPr>
          <p:cNvPr id="1330" name="Google Shape;1330;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1" name="Google Shape;1331;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Components from Spark.</a:t>
            </a:r>
            <a:endParaRPr/>
          </a:p>
          <a:p>
            <a:pPr indent="-285750" lvl="0" marL="285750" rtl="0" algn="l">
              <a:spcBef>
                <a:spcPts val="0"/>
              </a:spcBef>
              <a:spcAft>
                <a:spcPts val="0"/>
              </a:spcAft>
              <a:buClr>
                <a:schemeClr val="dk1"/>
              </a:buClr>
              <a:buSzPts val="1600"/>
              <a:buFont typeface="Calibri"/>
              <a:buChar char="-"/>
            </a:pPr>
            <a:r>
              <a:rPr lang="en-US"/>
              <a:t>Spark SQL: using similar style of SQL to aggregate data in Spark environment.</a:t>
            </a:r>
            <a:endParaRPr/>
          </a:p>
          <a:p>
            <a:pPr indent="-285750" lvl="0" marL="285750" rtl="0" algn="l">
              <a:spcBef>
                <a:spcPts val="0"/>
              </a:spcBef>
              <a:spcAft>
                <a:spcPts val="0"/>
              </a:spcAft>
              <a:buClr>
                <a:schemeClr val="dk1"/>
              </a:buClr>
              <a:buSzPts val="1600"/>
              <a:buFont typeface="Calibri"/>
              <a:buChar char="-"/>
            </a:pPr>
            <a:r>
              <a:rPr lang="en-US"/>
              <a:t>Spark streaming: stream real time data (IOT)</a:t>
            </a:r>
            <a:endParaRPr/>
          </a:p>
          <a:p>
            <a:pPr indent="-285750" lvl="0" marL="285750" rtl="0" algn="l">
              <a:spcBef>
                <a:spcPts val="0"/>
              </a:spcBef>
              <a:spcAft>
                <a:spcPts val="0"/>
              </a:spcAft>
              <a:buClr>
                <a:schemeClr val="dk1"/>
              </a:buClr>
              <a:buSzPts val="1600"/>
              <a:buFont typeface="Calibri"/>
              <a:buChar char="-"/>
            </a:pPr>
            <a:r>
              <a:rPr lang="en-US"/>
              <a:t>Mllib: lib for data scientists (Spark clustering, LDA, etc.)</a:t>
            </a:r>
            <a:endParaRPr/>
          </a:p>
          <a:p>
            <a:pPr indent="-285750" lvl="0" marL="285750" rtl="0" algn="l">
              <a:spcBef>
                <a:spcPts val="0"/>
              </a:spcBef>
              <a:spcAft>
                <a:spcPts val="0"/>
              </a:spcAft>
              <a:buClr>
                <a:schemeClr val="dk1"/>
              </a:buClr>
              <a:buSzPts val="1600"/>
              <a:buFont typeface="Calibri"/>
              <a:buChar char="-"/>
            </a:pPr>
            <a:r>
              <a:rPr lang="en-US"/>
              <a:t>GraphX: handle with graph data (social networks)</a:t>
            </a:r>
            <a:endParaRPr/>
          </a:p>
        </p:txBody>
      </p:sp>
      <p:sp>
        <p:nvSpPr>
          <p:cNvPr id="1332" name="Google Shape;1332;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8" name="Google Shape;1338;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1 Driver node and many workers nodes. For newest version, there’s still Stand By Nodes or using another Driver Nodes (contains all info of all clusters).</a:t>
            </a:r>
            <a:endParaRPr/>
          </a:p>
          <a:p>
            <a:pPr indent="-285750" lvl="0" marL="285750" rtl="0" algn="l">
              <a:spcBef>
                <a:spcPts val="0"/>
              </a:spcBef>
              <a:spcAft>
                <a:spcPts val="0"/>
              </a:spcAft>
              <a:buClr>
                <a:schemeClr val="dk1"/>
              </a:buClr>
              <a:buSzPts val="1600"/>
              <a:buFont typeface="Calibri"/>
              <a:buChar char="-"/>
            </a:pPr>
            <a:r>
              <a:rPr lang="en-US"/>
              <a:t>In Executor, there’re Task boxes (it means cores in this machine) =&gt; multi-thread in a local machine and distributed via clusters.</a:t>
            </a:r>
            <a:endParaRPr/>
          </a:p>
        </p:txBody>
      </p:sp>
      <p:sp>
        <p:nvSpPr>
          <p:cNvPr id="1339" name="Google Shape;1339;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5" name="Shape 1345"/>
        <p:cNvGrpSpPr/>
        <p:nvPr/>
      </p:nvGrpSpPr>
      <p:grpSpPr>
        <a:xfrm>
          <a:off x="0" y="0"/>
          <a:ext cx="0" cy="0"/>
          <a:chOff x="0" y="0"/>
          <a:chExt cx="0" cy="0"/>
        </a:xfrm>
      </p:grpSpPr>
      <p:sp>
        <p:nvSpPr>
          <p:cNvPr id="1346" name="Google Shape;1346;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7" name="Google Shape;1347;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Create Spark program.</a:t>
            </a:r>
            <a:endParaRPr/>
          </a:p>
          <a:p>
            <a:pPr indent="-285750" lvl="0" marL="285750" rtl="0" algn="l">
              <a:spcBef>
                <a:spcPts val="0"/>
              </a:spcBef>
              <a:spcAft>
                <a:spcPts val="0"/>
              </a:spcAft>
              <a:buClr>
                <a:schemeClr val="dk1"/>
              </a:buClr>
              <a:buSzPts val="1600"/>
              <a:buFont typeface="Calibri"/>
              <a:buChar char="-"/>
            </a:pPr>
            <a:r>
              <a:rPr lang="en-US"/>
              <a:t>K: numbers of cores in a local machine.</a:t>
            </a:r>
            <a:endParaRPr/>
          </a:p>
          <a:p>
            <a:pPr indent="-285750" lvl="0" marL="285750" rtl="0" algn="l">
              <a:spcBef>
                <a:spcPts val="0"/>
              </a:spcBef>
              <a:spcAft>
                <a:spcPts val="0"/>
              </a:spcAft>
              <a:buClr>
                <a:schemeClr val="dk1"/>
              </a:buClr>
              <a:buSzPts val="1600"/>
              <a:buFont typeface="Calibri"/>
              <a:buChar char="-"/>
            </a:pPr>
            <a:r>
              <a:rPr lang="en-US"/>
              <a:t>Mesos: another of Spark clusters management beside YARN.</a:t>
            </a:r>
            <a:endParaRPr/>
          </a:p>
        </p:txBody>
      </p:sp>
      <p:sp>
        <p:nvSpPr>
          <p:cNvPr id="1348" name="Google Shape;1348;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3" name="Shape 1353"/>
        <p:cNvGrpSpPr/>
        <p:nvPr/>
      </p:nvGrpSpPr>
      <p:grpSpPr>
        <a:xfrm>
          <a:off x="0" y="0"/>
          <a:ext cx="0" cy="0"/>
          <a:chOff x="0" y="0"/>
          <a:chExt cx="0" cy="0"/>
        </a:xfrm>
      </p:grpSpPr>
      <p:sp>
        <p:nvSpPr>
          <p:cNvPr id="1354" name="Google Shape;1354;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5" name="Google Shape;1355;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Originally, based on RDD:</a:t>
            </a:r>
            <a:r>
              <a:rPr b="0" i="0" lang="en-US" sz="1600">
                <a:solidFill>
                  <a:schemeClr val="dk1"/>
                </a:solidFill>
                <a:latin typeface="Calibri"/>
                <a:ea typeface="Calibri"/>
                <a:cs typeface="Calibri"/>
                <a:sym typeface="Calibri"/>
              </a:rPr>
              <a:t> primary data abstraction in Apache Spark and the core of Spark ("Spark Core”):</a:t>
            </a:r>
            <a:endParaRPr/>
          </a:p>
          <a:p>
            <a:pPr indent="-285750" lvl="1" marL="895243" rtl="0" algn="l">
              <a:spcBef>
                <a:spcPts val="0"/>
              </a:spcBef>
              <a:spcAft>
                <a:spcPts val="0"/>
              </a:spcAft>
              <a:buClr>
                <a:schemeClr val="dk1"/>
              </a:buClr>
              <a:buSzPts val="1600"/>
              <a:buFont typeface="Calibri"/>
              <a:buChar char="-"/>
            </a:pPr>
            <a:r>
              <a:rPr lang="en-US"/>
              <a:t>Resilient, i.e. fault-tolerant, help to re-compute missing or damaged partitions due to node failures.</a:t>
            </a:r>
            <a:endParaRPr/>
          </a:p>
          <a:p>
            <a:pPr indent="-285750" lvl="1" marL="895243" rtl="0" algn="l">
              <a:spcBef>
                <a:spcPts val="0"/>
              </a:spcBef>
              <a:spcAft>
                <a:spcPts val="0"/>
              </a:spcAft>
              <a:buClr>
                <a:schemeClr val="dk1"/>
              </a:buClr>
              <a:buSzPts val="1600"/>
              <a:buFont typeface="Calibri"/>
              <a:buChar char="-"/>
            </a:pPr>
            <a:r>
              <a:rPr lang="en-US"/>
              <a:t>Distributed with data residing on multiple nodes in a cluster.</a:t>
            </a:r>
            <a:endParaRPr/>
          </a:p>
          <a:p>
            <a:pPr indent="-285750" lvl="1" marL="895243" rtl="0" algn="l">
              <a:spcBef>
                <a:spcPts val="0"/>
              </a:spcBef>
              <a:spcAft>
                <a:spcPts val="0"/>
              </a:spcAft>
              <a:buClr>
                <a:schemeClr val="dk1"/>
              </a:buClr>
              <a:buSzPts val="1600"/>
              <a:buFont typeface="Calibri"/>
              <a:buChar char="-"/>
            </a:pPr>
            <a:r>
              <a:rPr lang="en-US"/>
              <a:t>Dataset is a collection of partitioned data with primitive values or values of values, e.g. tuples or other objects (that represent records of the data you work with).</a:t>
            </a:r>
            <a:endParaRPr/>
          </a:p>
          <a:p>
            <a:pPr indent="-285750" lvl="0" marL="285750" rtl="0" algn="l">
              <a:spcBef>
                <a:spcPts val="0"/>
              </a:spcBef>
              <a:spcAft>
                <a:spcPts val="0"/>
              </a:spcAft>
              <a:buClr>
                <a:schemeClr val="dk1"/>
              </a:buClr>
              <a:buSzPts val="1600"/>
              <a:buFont typeface="Calibri"/>
              <a:buChar char="-"/>
            </a:pPr>
            <a:r>
              <a:rPr lang="en-US"/>
              <a:t>DataFrame: </a:t>
            </a:r>
            <a:r>
              <a:rPr b="1" lang="en-US"/>
              <a:t>Main object of Spark (from 2.0 version): high level of RDD</a:t>
            </a:r>
            <a:r>
              <a:rPr lang="en-US"/>
              <a:t>, optimize the re-build the computation process of each cluster, &amp; support parallel computing.</a:t>
            </a:r>
            <a:endParaRPr/>
          </a:p>
        </p:txBody>
      </p:sp>
      <p:sp>
        <p:nvSpPr>
          <p:cNvPr id="1356" name="Google Shape;1356;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2" name="Google Shape;1362;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Original, RDD doesn't have schema while DataFrame supports the schema.</a:t>
            </a:r>
            <a:endParaRPr/>
          </a:p>
          <a:p>
            <a:pPr indent="-285750" lvl="0" marL="285750" rtl="0" algn="l">
              <a:spcBef>
                <a:spcPts val="0"/>
              </a:spcBef>
              <a:spcAft>
                <a:spcPts val="0"/>
              </a:spcAft>
              <a:buClr>
                <a:schemeClr val="dk1"/>
              </a:buClr>
              <a:buSzPts val="1600"/>
              <a:buFont typeface="Calibri"/>
              <a:buChar char="-"/>
            </a:pPr>
            <a:r>
              <a:rPr lang="en-US"/>
              <a:t>There are 2 main functions related to Dataframe: Transformation &amp; Action. </a:t>
            </a:r>
            <a:endParaRPr/>
          </a:p>
        </p:txBody>
      </p:sp>
      <p:sp>
        <p:nvSpPr>
          <p:cNvPr id="1363" name="Google Shape;1363;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9" name="Google Shape;1369;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At the beginning of Spark</a:t>
            </a:r>
            <a:endParaRPr/>
          </a:p>
          <a:p>
            <a:pPr indent="0" lvl="0" marL="0" rtl="0" algn="l">
              <a:spcBef>
                <a:spcPts val="0"/>
              </a:spcBef>
              <a:spcAft>
                <a:spcPts val="0"/>
              </a:spcAft>
              <a:buNone/>
            </a:pPr>
            <a:r>
              <a:rPr lang="en-US"/>
              <a:t>- Create many RDD replicas</a:t>
            </a:r>
            <a:endParaRPr/>
          </a:p>
          <a:p>
            <a:pPr indent="0" lvl="0" marL="0" rtl="0" algn="l">
              <a:spcBef>
                <a:spcPts val="0"/>
              </a:spcBef>
              <a:spcAft>
                <a:spcPts val="0"/>
              </a:spcAft>
              <a:buNone/>
            </a:pPr>
            <a:r>
              <a:rPr lang="en-US"/>
              <a:t>- Performed via 2 functionality (Transformation &amp; Action)</a:t>
            </a:r>
            <a:endParaRPr/>
          </a:p>
        </p:txBody>
      </p:sp>
      <p:sp>
        <p:nvSpPr>
          <p:cNvPr id="1370" name="Google Shape;1370;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6" name="Google Shape;1376;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1" name="Shape 1381"/>
        <p:cNvGrpSpPr/>
        <p:nvPr/>
      </p:nvGrpSpPr>
      <p:grpSpPr>
        <a:xfrm>
          <a:off x="0" y="0"/>
          <a:ext cx="0" cy="0"/>
          <a:chOff x="0" y="0"/>
          <a:chExt cx="0" cy="0"/>
        </a:xfrm>
      </p:grpSpPr>
      <p:sp>
        <p:nvSpPr>
          <p:cNvPr id="1382" name="Google Shape;1382;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3" name="Google Shape;1383;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Create new dataframe from old dataframes, for example. </a:t>
            </a:r>
            <a:endParaRPr/>
          </a:p>
        </p:txBody>
      </p:sp>
      <p:sp>
        <p:nvSpPr>
          <p:cNvPr id="1384" name="Google Shape;1384;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0" name="Google Shape;1390;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Functions which handle with dataframe.</a:t>
            </a:r>
            <a:endParaRPr/>
          </a:p>
        </p:txBody>
      </p:sp>
      <p:sp>
        <p:nvSpPr>
          <p:cNvPr id="1391" name="Google Shape;1391;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7" name="Google Shape;1397;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df2 is created from df1, but is not saved yet. Spark only remember process.</a:t>
            </a:r>
            <a:endParaRPr/>
          </a:p>
        </p:txBody>
      </p:sp>
      <p:sp>
        <p:nvSpPr>
          <p:cNvPr id="1398" name="Google Shape;1398;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2" name="Shape 1402"/>
        <p:cNvGrpSpPr/>
        <p:nvPr/>
      </p:nvGrpSpPr>
      <p:grpSpPr>
        <a:xfrm>
          <a:off x="0" y="0"/>
          <a:ext cx="0" cy="0"/>
          <a:chOff x="0" y="0"/>
          <a:chExt cx="0" cy="0"/>
        </a:xfrm>
      </p:grpSpPr>
      <p:sp>
        <p:nvSpPr>
          <p:cNvPr id="1403" name="Google Shape;1403;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4" name="Google Shape;1404;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In “Action” part, Spark will execute all things defined in part “Transformation”</a:t>
            </a:r>
            <a:endParaRPr/>
          </a:p>
        </p:txBody>
      </p:sp>
      <p:sp>
        <p:nvSpPr>
          <p:cNvPr id="1405" name="Google Shape;1405;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9" name="Shape 1409"/>
        <p:cNvGrpSpPr/>
        <p:nvPr/>
      </p:nvGrpSpPr>
      <p:grpSpPr>
        <a:xfrm>
          <a:off x="0" y="0"/>
          <a:ext cx="0" cy="0"/>
          <a:chOff x="0" y="0"/>
          <a:chExt cx="0" cy="0"/>
        </a:xfrm>
      </p:grpSpPr>
      <p:sp>
        <p:nvSpPr>
          <p:cNvPr id="1410" name="Google Shape;1410;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1" name="Google Shape;1411;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7" name="Google Shape;1417;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3" name="Google Shape;1423;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4" name="Google Shape;1424;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8" name="Shape 1428"/>
        <p:cNvGrpSpPr/>
        <p:nvPr/>
      </p:nvGrpSpPr>
      <p:grpSpPr>
        <a:xfrm>
          <a:off x="0" y="0"/>
          <a:ext cx="0" cy="0"/>
          <a:chOff x="0" y="0"/>
          <a:chExt cx="0" cy="0"/>
        </a:xfrm>
      </p:grpSpPr>
      <p:sp>
        <p:nvSpPr>
          <p:cNvPr id="1429" name="Google Shape;1429;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0" name="Google Shape;1430;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742950" lvl="0" marL="742950" rtl="0" algn="l">
              <a:spcBef>
                <a:spcPts val="0"/>
              </a:spcBef>
              <a:spcAft>
                <a:spcPts val="0"/>
              </a:spcAft>
              <a:buClr>
                <a:schemeClr val="dk1"/>
              </a:buClr>
              <a:buSzPts val="2000"/>
              <a:buFont typeface="Calibri"/>
              <a:buAutoNum type="arabicPeriod"/>
            </a:pPr>
            <a:r>
              <a:rPr lang="en-US" sz="2000"/>
              <a:t>Create DataFrames from external data or </a:t>
            </a:r>
            <a:r>
              <a:rPr lang="en-US" sz="2000" u="sng"/>
              <a:t>createDataFrame</a:t>
            </a:r>
            <a:r>
              <a:rPr lang="en-US" sz="2000"/>
              <a:t> from a collection in driver program</a:t>
            </a:r>
            <a:endParaRPr/>
          </a:p>
          <a:p>
            <a:pPr indent="-742950" lvl="0" marL="742950" rtl="0" algn="l">
              <a:spcBef>
                <a:spcPts val="0"/>
              </a:spcBef>
              <a:spcAft>
                <a:spcPts val="0"/>
              </a:spcAft>
              <a:buClr>
                <a:schemeClr val="dk1"/>
              </a:buClr>
              <a:buSzPts val="2000"/>
              <a:buFont typeface="Calibri"/>
              <a:buAutoNum type="arabicPeriod"/>
            </a:pPr>
            <a:r>
              <a:rPr lang="en-US" sz="2000"/>
              <a:t>Lazily </a:t>
            </a:r>
            <a:r>
              <a:rPr lang="en-US" sz="2000" u="sng"/>
              <a:t>transform</a:t>
            </a:r>
            <a:r>
              <a:rPr lang="en-US" sz="2000"/>
              <a:t> them 	into new DataFrames</a:t>
            </a:r>
            <a:endParaRPr sz="2000"/>
          </a:p>
          <a:p>
            <a:pPr indent="-742950" lvl="0" marL="742950" rtl="0" algn="l">
              <a:spcBef>
                <a:spcPts val="0"/>
              </a:spcBef>
              <a:spcAft>
                <a:spcPts val="0"/>
              </a:spcAft>
              <a:buClr>
                <a:schemeClr val="dk1"/>
              </a:buClr>
              <a:buSzPts val="2000"/>
              <a:buFont typeface="Calibri"/>
              <a:buAutoNum type="arabicPeriod"/>
            </a:pPr>
            <a:r>
              <a:rPr lang="en-US" sz="2000" u="sng"/>
              <a:t>cache()</a:t>
            </a:r>
            <a:r>
              <a:rPr lang="en-US" sz="2000"/>
              <a:t> some DataFrames for reuse</a:t>
            </a:r>
            <a:endParaRPr/>
          </a:p>
          <a:p>
            <a:pPr indent="-742950" lvl="0" marL="742950" rtl="0" algn="l">
              <a:spcBef>
                <a:spcPts val="0"/>
              </a:spcBef>
              <a:spcAft>
                <a:spcPts val="0"/>
              </a:spcAft>
              <a:buClr>
                <a:schemeClr val="dk1"/>
              </a:buClr>
              <a:buSzPts val="2000"/>
              <a:buFont typeface="Calibri"/>
              <a:buAutoNum type="arabicPeriod"/>
            </a:pPr>
            <a:r>
              <a:rPr lang="en-US" sz="2000"/>
              <a:t>Perform </a:t>
            </a:r>
            <a:r>
              <a:rPr lang="en-US" sz="2000" u="sng"/>
              <a:t>actions</a:t>
            </a:r>
            <a:r>
              <a:rPr lang="en-US" sz="2000"/>
              <a:t> to execute parallel computation and produce results  </a:t>
            </a:r>
            <a:endParaRPr/>
          </a:p>
          <a:p>
            <a:pPr indent="0" lvl="0" marL="0" rtl="0" algn="l">
              <a:spcBef>
                <a:spcPts val="0"/>
              </a:spcBef>
              <a:spcAft>
                <a:spcPts val="0"/>
              </a:spcAft>
              <a:buNone/>
            </a:pPr>
            <a:r>
              <a:t/>
            </a:r>
            <a:endParaRPr/>
          </a:p>
        </p:txBody>
      </p:sp>
      <p:sp>
        <p:nvSpPr>
          <p:cNvPr id="1431" name="Google Shape;1431;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5" name="Shape 1435"/>
        <p:cNvGrpSpPr/>
        <p:nvPr/>
      </p:nvGrpSpPr>
      <p:grpSpPr>
        <a:xfrm>
          <a:off x="0" y="0"/>
          <a:ext cx="0" cy="0"/>
          <a:chOff x="0" y="0"/>
          <a:chExt cx="0" cy="0"/>
        </a:xfrm>
      </p:grpSpPr>
      <p:sp>
        <p:nvSpPr>
          <p:cNvPr id="1436" name="Google Shape;1436;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7" name="Google Shape;1437;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3" name="Google Shape;1443;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600"/>
              <a:buFont typeface="Calibri"/>
              <a:buNone/>
            </a:pPr>
            <a:r>
              <a:rPr b="1" i="0" lang="en-US" sz="1600">
                <a:solidFill>
                  <a:schemeClr val="dk1"/>
                </a:solidFill>
                <a:latin typeface="Calibri"/>
                <a:ea typeface="Calibri"/>
                <a:cs typeface="Calibri"/>
                <a:sym typeface="Calibri"/>
              </a:rPr>
              <a:t>- HashingTF</a:t>
            </a:r>
            <a:r>
              <a:rPr b="0" i="0" lang="en-US" sz="1600">
                <a:solidFill>
                  <a:schemeClr val="dk1"/>
                </a:solidFill>
                <a:latin typeface="Calibri"/>
                <a:ea typeface="Calibri"/>
                <a:cs typeface="Calibri"/>
                <a:sym typeface="Calibri"/>
              </a:rPr>
              <a:t> is a Transformer which takes sets of terms and converts those sets into fixed-length feature vectors.</a:t>
            </a:r>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 Binarization is the process of thresholding numerical features to binary (0/1) features.</a:t>
            </a:r>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 </a:t>
            </a:r>
            <a:r>
              <a:rPr b="1" i="0" lang="en-US" sz="1600">
                <a:solidFill>
                  <a:schemeClr val="dk1"/>
                </a:solidFill>
                <a:latin typeface="Calibri"/>
                <a:ea typeface="Calibri"/>
                <a:cs typeface="Calibri"/>
                <a:sym typeface="Calibri"/>
              </a:rPr>
              <a:t>Binarizer </a:t>
            </a:r>
            <a:r>
              <a:rPr b="0" i="0" lang="en-US" sz="1600">
                <a:solidFill>
                  <a:schemeClr val="dk1"/>
                </a:solidFill>
                <a:latin typeface="Calibri"/>
                <a:ea typeface="Calibri"/>
                <a:cs typeface="Calibri"/>
                <a:sym typeface="Calibri"/>
              </a:rPr>
              <a:t>takes the common parameters inputCol and outputCol, as well as the threshold for binarization. </a:t>
            </a:r>
            <a:endParaRPr/>
          </a:p>
          <a:p>
            <a:pPr indent="-184150" lvl="0" marL="285750" rtl="0" algn="l">
              <a:spcBef>
                <a:spcPts val="0"/>
              </a:spcBef>
              <a:spcAft>
                <a:spcPts val="0"/>
              </a:spcAft>
              <a:buClr>
                <a:schemeClr val="dk1"/>
              </a:buClr>
              <a:buSzPts val="1600"/>
              <a:buFont typeface="Calibri"/>
              <a:buNone/>
            </a:pPr>
            <a:r>
              <a:t/>
            </a:r>
            <a:endParaRPr b="0" i="0" sz="1600">
              <a:solidFill>
                <a:schemeClr val="dk1"/>
              </a:solidFill>
              <a:latin typeface="Calibri"/>
              <a:ea typeface="Calibri"/>
              <a:cs typeface="Calibri"/>
              <a:sym typeface="Calibri"/>
            </a:endParaRPr>
          </a:p>
          <a:p>
            <a:pPr indent="-184150" lvl="0" marL="285750" rtl="0" algn="l">
              <a:spcBef>
                <a:spcPts val="0"/>
              </a:spcBef>
              <a:spcAft>
                <a:spcPts val="0"/>
              </a:spcAft>
              <a:buClr>
                <a:schemeClr val="dk1"/>
              </a:buClr>
              <a:buSzPts val="1600"/>
              <a:buFont typeface="Calibri"/>
              <a:buNone/>
            </a:pPr>
            <a:r>
              <a:t/>
            </a:r>
            <a:endParaRPr/>
          </a:p>
        </p:txBody>
      </p:sp>
      <p:sp>
        <p:nvSpPr>
          <p:cNvPr id="1444" name="Google Shape;1444;p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8" name="Shape 1448"/>
        <p:cNvGrpSpPr/>
        <p:nvPr/>
      </p:nvGrpSpPr>
      <p:grpSpPr>
        <a:xfrm>
          <a:off x="0" y="0"/>
          <a:ext cx="0" cy="0"/>
          <a:chOff x="0" y="0"/>
          <a:chExt cx="0" cy="0"/>
        </a:xfrm>
      </p:grpSpPr>
      <p:sp>
        <p:nvSpPr>
          <p:cNvPr id="1449" name="Google Shape;1449;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0" name="Google Shape;1450;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4" name="Shape 1454"/>
        <p:cNvGrpSpPr/>
        <p:nvPr/>
      </p:nvGrpSpPr>
      <p:grpSpPr>
        <a:xfrm>
          <a:off x="0" y="0"/>
          <a:ext cx="0" cy="0"/>
          <a:chOff x="0" y="0"/>
          <a:chExt cx="0" cy="0"/>
        </a:xfrm>
      </p:grpSpPr>
      <p:sp>
        <p:nvSpPr>
          <p:cNvPr id="1455" name="Google Shape;1455;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6" name="Google Shape;1456;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600">
                <a:solidFill>
                  <a:schemeClr val="dk1"/>
                </a:solidFill>
                <a:latin typeface="Calibri"/>
                <a:ea typeface="Calibri"/>
                <a:cs typeface="Calibri"/>
                <a:sym typeface="Calibri"/>
              </a:rPr>
              <a:t>The top row represents a </a:t>
            </a:r>
            <a:r>
              <a:rPr lang="en-US"/>
              <a:t>Pipeline</a:t>
            </a:r>
            <a:r>
              <a:rPr b="0" i="0" lang="en-US" sz="1600">
                <a:solidFill>
                  <a:schemeClr val="dk1"/>
                </a:solidFill>
                <a:latin typeface="Calibri"/>
                <a:ea typeface="Calibri"/>
                <a:cs typeface="Calibri"/>
                <a:sym typeface="Calibri"/>
              </a:rPr>
              <a:t> with three stages. The first two (</a:t>
            </a:r>
            <a:r>
              <a:rPr lang="en-US"/>
              <a:t>Tokenizer</a:t>
            </a:r>
            <a:r>
              <a:rPr b="0" i="0" lang="en-US" sz="1600">
                <a:solidFill>
                  <a:schemeClr val="dk1"/>
                </a:solidFill>
                <a:latin typeface="Calibri"/>
                <a:ea typeface="Calibri"/>
                <a:cs typeface="Calibri"/>
                <a:sym typeface="Calibri"/>
              </a:rPr>
              <a:t> and </a:t>
            </a:r>
            <a:r>
              <a:rPr lang="en-US"/>
              <a:t>HashingTF</a:t>
            </a:r>
            <a:r>
              <a:rPr b="0" i="0" lang="en-US" sz="1600">
                <a:solidFill>
                  <a:schemeClr val="dk1"/>
                </a:solidFill>
                <a:latin typeface="Calibri"/>
                <a:ea typeface="Calibri"/>
                <a:cs typeface="Calibri"/>
                <a:sym typeface="Calibri"/>
              </a:rPr>
              <a:t>) are </a:t>
            </a:r>
            <a:r>
              <a:rPr lang="en-US"/>
              <a:t>Transformer</a:t>
            </a:r>
            <a:r>
              <a:rPr b="0" i="0" lang="en-US" sz="1600">
                <a:solidFill>
                  <a:schemeClr val="dk1"/>
                </a:solidFill>
                <a:latin typeface="Calibri"/>
                <a:ea typeface="Calibri"/>
                <a:cs typeface="Calibri"/>
                <a:sym typeface="Calibri"/>
              </a:rPr>
              <a:t>s (blue), and the third (</a:t>
            </a:r>
            <a:r>
              <a:rPr lang="en-US"/>
              <a:t>LogisticRegression</a:t>
            </a:r>
            <a:r>
              <a:rPr b="0" i="0" lang="en-US" sz="1600">
                <a:solidFill>
                  <a:schemeClr val="dk1"/>
                </a:solidFill>
                <a:latin typeface="Calibri"/>
                <a:ea typeface="Calibri"/>
                <a:cs typeface="Calibri"/>
                <a:sym typeface="Calibri"/>
              </a:rPr>
              <a:t>) is an </a:t>
            </a:r>
            <a:r>
              <a:rPr lang="en-US"/>
              <a:t>Estimator</a:t>
            </a:r>
            <a:r>
              <a:rPr b="0" i="0" lang="en-US" sz="1600">
                <a:solidFill>
                  <a:schemeClr val="dk1"/>
                </a:solidFill>
                <a:latin typeface="Calibri"/>
                <a:ea typeface="Calibri"/>
                <a:cs typeface="Calibri"/>
                <a:sym typeface="Calibri"/>
              </a:rPr>
              <a:t> (red). </a:t>
            </a:r>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The bottom row represents data flowing through the pipeline, where cylinders indicate </a:t>
            </a:r>
            <a:r>
              <a:rPr lang="en-US"/>
              <a:t>DataFrame</a:t>
            </a:r>
            <a:r>
              <a:rPr b="0" i="0" lang="en-US" sz="1600">
                <a:solidFill>
                  <a:schemeClr val="dk1"/>
                </a:solidFill>
                <a:latin typeface="Calibri"/>
                <a:ea typeface="Calibri"/>
                <a:cs typeface="Calibri"/>
                <a:sym typeface="Calibri"/>
              </a:rPr>
              <a:t>s. The </a:t>
            </a:r>
            <a:r>
              <a:rPr lang="en-US"/>
              <a:t>Pipeline.fit()</a:t>
            </a:r>
            <a:r>
              <a:rPr b="0" i="0" lang="en-US" sz="1600">
                <a:solidFill>
                  <a:schemeClr val="dk1"/>
                </a:solidFill>
                <a:latin typeface="Calibri"/>
                <a:ea typeface="Calibri"/>
                <a:cs typeface="Calibri"/>
                <a:sym typeface="Calibri"/>
              </a:rPr>
              <a:t> method is called on the original </a:t>
            </a:r>
            <a:r>
              <a:rPr lang="en-US"/>
              <a:t>DataFrame</a:t>
            </a:r>
            <a:r>
              <a:rPr b="0" i="0" lang="en-US" sz="1600">
                <a:solidFill>
                  <a:schemeClr val="dk1"/>
                </a:solidFill>
                <a:latin typeface="Calibri"/>
                <a:ea typeface="Calibri"/>
                <a:cs typeface="Calibri"/>
                <a:sym typeface="Calibri"/>
              </a:rPr>
              <a:t>, which has raw text documents and labels. The </a:t>
            </a:r>
            <a:r>
              <a:rPr lang="en-US"/>
              <a:t>Tokenizer.transform()</a:t>
            </a:r>
            <a:r>
              <a:rPr b="0" i="0" lang="en-US" sz="1600">
                <a:solidFill>
                  <a:schemeClr val="dk1"/>
                </a:solidFill>
                <a:latin typeface="Calibri"/>
                <a:ea typeface="Calibri"/>
                <a:cs typeface="Calibri"/>
                <a:sym typeface="Calibri"/>
              </a:rPr>
              <a:t> method splits the raw text documents into words, adding a new column with words to the </a:t>
            </a:r>
            <a:r>
              <a:rPr lang="en-US"/>
              <a:t>DataFrame</a:t>
            </a:r>
            <a:r>
              <a:rPr b="0" i="0" lang="en-US" sz="1600">
                <a:solidFill>
                  <a:schemeClr val="dk1"/>
                </a:solidFill>
                <a:latin typeface="Calibri"/>
                <a:ea typeface="Calibri"/>
                <a:cs typeface="Calibri"/>
                <a:sym typeface="Calibri"/>
              </a:rPr>
              <a:t>. The </a:t>
            </a:r>
            <a:r>
              <a:rPr lang="en-US"/>
              <a:t>HashingTF.transform()</a:t>
            </a:r>
            <a:r>
              <a:rPr b="0" i="0" lang="en-US" sz="1600">
                <a:solidFill>
                  <a:schemeClr val="dk1"/>
                </a:solidFill>
                <a:latin typeface="Calibri"/>
                <a:ea typeface="Calibri"/>
                <a:cs typeface="Calibri"/>
                <a:sym typeface="Calibri"/>
              </a:rPr>
              <a:t> method converts the words column into feature vectors, adding a new column with those vectors to the </a:t>
            </a:r>
            <a:r>
              <a:rPr lang="en-US"/>
              <a:t>DataFrame</a:t>
            </a:r>
            <a:r>
              <a:rPr b="0" i="0" lang="en-US" sz="1600">
                <a:solidFill>
                  <a:schemeClr val="dk1"/>
                </a:solidFill>
                <a:latin typeface="Calibri"/>
                <a:ea typeface="Calibri"/>
                <a:cs typeface="Calibri"/>
                <a:sym typeface="Calibri"/>
              </a:rPr>
              <a:t>. Now, since </a:t>
            </a:r>
            <a:r>
              <a:rPr lang="en-US"/>
              <a:t>LogisticRegression</a:t>
            </a:r>
            <a:r>
              <a:rPr b="0" i="0" lang="en-US" sz="1600">
                <a:solidFill>
                  <a:schemeClr val="dk1"/>
                </a:solidFill>
                <a:latin typeface="Calibri"/>
                <a:ea typeface="Calibri"/>
                <a:cs typeface="Calibri"/>
                <a:sym typeface="Calibri"/>
              </a:rPr>
              <a:t> is an </a:t>
            </a:r>
            <a:r>
              <a:rPr lang="en-US"/>
              <a:t>Estimator</a:t>
            </a:r>
            <a:r>
              <a:rPr b="0" i="0" lang="en-US" sz="1600">
                <a:solidFill>
                  <a:schemeClr val="dk1"/>
                </a:solidFill>
                <a:latin typeface="Calibri"/>
                <a:ea typeface="Calibri"/>
                <a:cs typeface="Calibri"/>
                <a:sym typeface="Calibri"/>
              </a:rPr>
              <a:t>, the </a:t>
            </a:r>
            <a:r>
              <a:rPr lang="en-US"/>
              <a:t>Pipeline</a:t>
            </a:r>
            <a:r>
              <a:rPr b="0" i="0" lang="en-US" sz="1600">
                <a:solidFill>
                  <a:schemeClr val="dk1"/>
                </a:solidFill>
                <a:latin typeface="Calibri"/>
                <a:ea typeface="Calibri"/>
                <a:cs typeface="Calibri"/>
                <a:sym typeface="Calibri"/>
              </a:rPr>
              <a:t> first calls </a:t>
            </a:r>
            <a:r>
              <a:rPr lang="en-US"/>
              <a:t>LogisticRegression.fit()</a:t>
            </a:r>
            <a:r>
              <a:rPr b="0" i="0" lang="en-US" sz="1600">
                <a:solidFill>
                  <a:schemeClr val="dk1"/>
                </a:solidFill>
                <a:latin typeface="Calibri"/>
                <a:ea typeface="Calibri"/>
                <a:cs typeface="Calibri"/>
                <a:sym typeface="Calibri"/>
              </a:rPr>
              <a:t> to produce a </a:t>
            </a:r>
            <a:r>
              <a:rPr lang="en-US"/>
              <a:t>LogisticRegressionModel</a:t>
            </a:r>
            <a:r>
              <a:rPr b="0" i="0" lang="en-US" sz="16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If the </a:t>
            </a:r>
            <a:r>
              <a:rPr lang="en-US"/>
              <a:t>Pipeline</a:t>
            </a:r>
            <a:r>
              <a:rPr b="0" i="0" lang="en-US" sz="1600">
                <a:solidFill>
                  <a:schemeClr val="dk1"/>
                </a:solidFill>
                <a:latin typeface="Calibri"/>
                <a:ea typeface="Calibri"/>
                <a:cs typeface="Calibri"/>
                <a:sym typeface="Calibri"/>
              </a:rPr>
              <a:t> had more stages, it would call the </a:t>
            </a:r>
            <a:r>
              <a:rPr lang="en-US"/>
              <a:t>LogisticRegressionModel</a:t>
            </a:r>
            <a:r>
              <a:rPr b="0" i="0" lang="en-US" sz="1600">
                <a:solidFill>
                  <a:schemeClr val="dk1"/>
                </a:solidFill>
                <a:latin typeface="Calibri"/>
                <a:ea typeface="Calibri"/>
                <a:cs typeface="Calibri"/>
                <a:sym typeface="Calibri"/>
              </a:rPr>
              <a:t>’s </a:t>
            </a:r>
            <a:r>
              <a:rPr lang="en-US"/>
              <a:t>transform()</a:t>
            </a:r>
            <a:r>
              <a:rPr b="0" i="0" lang="en-US" sz="1600">
                <a:solidFill>
                  <a:schemeClr val="dk1"/>
                </a:solidFill>
                <a:latin typeface="Calibri"/>
                <a:ea typeface="Calibri"/>
                <a:cs typeface="Calibri"/>
                <a:sym typeface="Calibri"/>
              </a:rPr>
              <a:t> method on the </a:t>
            </a:r>
            <a:r>
              <a:rPr lang="en-US"/>
              <a:t>DataFrame</a:t>
            </a:r>
            <a:r>
              <a:rPr b="0" i="0" lang="en-US" sz="1600">
                <a:solidFill>
                  <a:schemeClr val="dk1"/>
                </a:solidFill>
                <a:latin typeface="Calibri"/>
                <a:ea typeface="Calibri"/>
                <a:cs typeface="Calibri"/>
                <a:sym typeface="Calibri"/>
              </a:rPr>
              <a:t> before passing the </a:t>
            </a:r>
            <a:r>
              <a:rPr lang="en-US"/>
              <a:t>DataFrame</a:t>
            </a:r>
            <a:r>
              <a:rPr b="0" i="0" lang="en-US" sz="1600">
                <a:solidFill>
                  <a:schemeClr val="dk1"/>
                </a:solidFill>
                <a:latin typeface="Calibri"/>
                <a:ea typeface="Calibri"/>
                <a:cs typeface="Calibri"/>
                <a:sym typeface="Calibri"/>
              </a:rPr>
              <a:t> to the next stage.</a:t>
            </a:r>
            <a:endParaRPr/>
          </a:p>
        </p:txBody>
      </p:sp>
      <p:sp>
        <p:nvSpPr>
          <p:cNvPr id="1457" name="Google Shape;1457;p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2" name="Shape 1462"/>
        <p:cNvGrpSpPr/>
        <p:nvPr/>
      </p:nvGrpSpPr>
      <p:grpSpPr>
        <a:xfrm>
          <a:off x="0" y="0"/>
          <a:ext cx="0" cy="0"/>
          <a:chOff x="0" y="0"/>
          <a:chExt cx="0" cy="0"/>
        </a:xfrm>
      </p:grpSpPr>
      <p:sp>
        <p:nvSpPr>
          <p:cNvPr id="1463" name="Google Shape;1463;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4" name="Google Shape;1464;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5" name="Google Shape;1465;p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0" name="Shape 1470"/>
        <p:cNvGrpSpPr/>
        <p:nvPr/>
      </p:nvGrpSpPr>
      <p:grpSpPr>
        <a:xfrm>
          <a:off x="0" y="0"/>
          <a:ext cx="0" cy="0"/>
          <a:chOff x="0" y="0"/>
          <a:chExt cx="0" cy="0"/>
        </a:xfrm>
      </p:grpSpPr>
      <p:sp>
        <p:nvSpPr>
          <p:cNvPr id="1471" name="Google Shape;1471;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2" name="Google Shape;1472;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6" name="Shape 1476"/>
        <p:cNvGrpSpPr/>
        <p:nvPr/>
      </p:nvGrpSpPr>
      <p:grpSpPr>
        <a:xfrm>
          <a:off x="0" y="0"/>
          <a:ext cx="0" cy="0"/>
          <a:chOff x="0" y="0"/>
          <a:chExt cx="0" cy="0"/>
        </a:xfrm>
      </p:grpSpPr>
      <p:sp>
        <p:nvSpPr>
          <p:cNvPr id="1477" name="Google Shape;1477;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8" name="Google Shape;1478;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2" name="Shape 1482"/>
        <p:cNvGrpSpPr/>
        <p:nvPr/>
      </p:nvGrpSpPr>
      <p:grpSpPr>
        <a:xfrm>
          <a:off x="0" y="0"/>
          <a:ext cx="0" cy="0"/>
          <a:chOff x="0" y="0"/>
          <a:chExt cx="0" cy="0"/>
        </a:xfrm>
      </p:grpSpPr>
      <p:sp>
        <p:nvSpPr>
          <p:cNvPr id="1483" name="Google Shape;1483;p5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4" name="Google Shape;1484;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3200"/>
              <a:t>Spark: when not to use</a:t>
            </a:r>
            <a:endParaRPr/>
          </a:p>
          <a:p>
            <a:pPr indent="0" lvl="0" marL="0" rtl="0" algn="l">
              <a:spcBef>
                <a:spcPts val="0"/>
              </a:spcBef>
              <a:spcAft>
                <a:spcPts val="0"/>
              </a:spcAft>
              <a:buNone/>
            </a:pPr>
            <a:r>
              <a:rPr lang="en-US" sz="2600"/>
              <a:t>Even though Spark is versatile, that doesn’t mean Spark’s in-memory capabilities are the best fit for all use cases:</a:t>
            </a:r>
            <a:endParaRPr/>
          </a:p>
          <a:p>
            <a:pPr indent="0" lvl="1" marL="609493" rtl="0" algn="l">
              <a:spcBef>
                <a:spcPts val="0"/>
              </a:spcBef>
              <a:spcAft>
                <a:spcPts val="0"/>
              </a:spcAft>
              <a:buNone/>
            </a:pPr>
            <a:r>
              <a:rPr lang="en-US" sz="2600"/>
              <a:t>For many simple use cases Apache MapReduce and Hive might be a more appropriate choice </a:t>
            </a:r>
            <a:endParaRPr/>
          </a:p>
          <a:p>
            <a:pPr indent="0" lvl="1" marL="609493" rtl="0" algn="l">
              <a:spcBef>
                <a:spcPts val="0"/>
              </a:spcBef>
              <a:spcAft>
                <a:spcPts val="0"/>
              </a:spcAft>
              <a:buNone/>
            </a:pPr>
            <a:r>
              <a:rPr lang="en-US" sz="2600"/>
              <a:t>Spark was not designed as a multi-user environment</a:t>
            </a:r>
            <a:endParaRPr/>
          </a:p>
          <a:p>
            <a:pPr indent="0" lvl="1" marL="609493" rtl="0" algn="l">
              <a:spcBef>
                <a:spcPts val="0"/>
              </a:spcBef>
              <a:spcAft>
                <a:spcPts val="0"/>
              </a:spcAft>
              <a:buNone/>
            </a:pPr>
            <a:r>
              <a:rPr lang="en-US" sz="2600"/>
              <a:t>Spark users are required to know that memory they have is sufficient for a dataset</a:t>
            </a:r>
            <a:endParaRPr/>
          </a:p>
          <a:p>
            <a:pPr indent="0" lvl="1" marL="609493" rtl="0" algn="l">
              <a:spcBef>
                <a:spcPts val="0"/>
              </a:spcBef>
              <a:spcAft>
                <a:spcPts val="0"/>
              </a:spcAft>
              <a:buNone/>
            </a:pPr>
            <a:r>
              <a:rPr lang="en-US" sz="2600"/>
              <a:t>Adding more users adds complications, since the users will have to coordinate memory usage to run code</a:t>
            </a:r>
            <a:endParaRPr/>
          </a:p>
          <a:p>
            <a:pPr indent="0" lvl="0" marL="0" rtl="0" algn="l">
              <a:spcBef>
                <a:spcPts val="0"/>
              </a:spcBef>
              <a:spcAft>
                <a:spcPts val="0"/>
              </a:spcAft>
              <a:buNone/>
            </a:pPr>
            <a:r>
              <a:t/>
            </a:r>
            <a:endParaRPr/>
          </a:p>
        </p:txBody>
      </p:sp>
      <p:sp>
        <p:nvSpPr>
          <p:cNvPr id="1485" name="Google Shape;1485;p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8" name="Shape 1488"/>
        <p:cNvGrpSpPr/>
        <p:nvPr/>
      </p:nvGrpSpPr>
      <p:grpSpPr>
        <a:xfrm>
          <a:off x="0" y="0"/>
          <a:ext cx="0" cy="0"/>
          <a:chOff x="0" y="0"/>
          <a:chExt cx="0" cy="0"/>
        </a:xfrm>
      </p:grpSpPr>
      <p:sp>
        <p:nvSpPr>
          <p:cNvPr id="1489" name="Google Shape;1489;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0" name="Google Shape;1490;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3" name="Shape 1493"/>
        <p:cNvGrpSpPr/>
        <p:nvPr/>
      </p:nvGrpSpPr>
      <p:grpSpPr>
        <a:xfrm>
          <a:off x="0" y="0"/>
          <a:ext cx="0" cy="0"/>
          <a:chOff x="0" y="0"/>
          <a:chExt cx="0" cy="0"/>
        </a:xfrm>
      </p:grpSpPr>
      <p:sp>
        <p:nvSpPr>
          <p:cNvPr id="1494" name="Google Shape;1494;p5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5" name="Google Shape;1495;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You can safely remove this slide. This slide design was provided by SlideModel.com – You can download more templates, shapes and elements for PowerPoint from http://slidemodel.com</a:t>
            </a:r>
            <a:endParaRPr/>
          </a:p>
        </p:txBody>
      </p:sp>
      <p:sp>
        <p:nvSpPr>
          <p:cNvPr id="1496" name="Google Shape;1496;p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60"/>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60"/>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60"/>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61"/>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61"/>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 name="Google Shape;22;p61"/>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61"/>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61"/>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2"/>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Clr>
                <a:schemeClr val="dk1"/>
              </a:buClr>
              <a:buSzPts val="3600"/>
              <a:buFont typeface="Calibri"/>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62"/>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62"/>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62"/>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model2">
  <p:cSld name="slidemodel2">
    <p:bg>
      <p:bgPr>
        <a:gradFill>
          <a:gsLst>
            <a:gs pos="0">
              <a:srgbClr val="1181AE"/>
            </a:gs>
            <a:gs pos="55000">
              <a:srgbClr val="1181AE"/>
            </a:gs>
            <a:gs pos="100000">
              <a:srgbClr val="095474"/>
            </a:gs>
          </a:gsLst>
          <a:path path="circle">
            <a:fillToRect b="50%" l="50%" r="50%" t="50%"/>
          </a:path>
          <a:tileRect/>
        </a:gradFill>
      </p:bgPr>
    </p:bg>
    <p:spTree>
      <p:nvGrpSpPr>
        <p:cNvPr id="30" name="Shape 30"/>
        <p:cNvGrpSpPr/>
        <p:nvPr/>
      </p:nvGrpSpPr>
      <p:grpSpPr>
        <a:xfrm>
          <a:off x="0" y="0"/>
          <a:ext cx="0" cy="0"/>
          <a:chOff x="0" y="0"/>
          <a:chExt cx="0" cy="0"/>
        </a:xfrm>
      </p:grpSpPr>
      <p:sp>
        <p:nvSpPr>
          <p:cNvPr id="31" name="Google Shape;31;p63"/>
          <p:cNvSpPr txBox="1"/>
          <p:nvPr>
            <p:ph type="title"/>
          </p:nvPr>
        </p:nvSpPr>
        <p:spPr>
          <a:xfrm>
            <a:off x="3217834" y="2870633"/>
            <a:ext cx="5930678" cy="711081"/>
          </a:xfrm>
          <a:prstGeom prst="rect">
            <a:avLst/>
          </a:prstGeom>
          <a:noFill/>
          <a:ln>
            <a:noFill/>
          </a:ln>
        </p:spPr>
        <p:txBody>
          <a:bodyPr anchorCtr="0" anchor="ctr" bIns="60925" lIns="121875" spcFirstLastPara="1" rIns="121875" wrap="square" tIns="60925">
            <a:normAutofit/>
          </a:bodyPr>
          <a:lstStyle>
            <a:lvl1pPr lvl="0" algn="ctr">
              <a:spcBef>
                <a:spcPts val="0"/>
              </a:spcBef>
              <a:spcAft>
                <a:spcPts val="0"/>
              </a:spcAft>
              <a:buClr>
                <a:schemeClr val="lt1"/>
              </a:buClr>
              <a:buSzPts val="3600"/>
              <a:buFont typeface="Calibri"/>
              <a:buNone/>
              <a:defRPr b="0" sz="36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63"/>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63"/>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63"/>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35" name="Shape 35"/>
        <p:cNvGrpSpPr/>
        <p:nvPr/>
      </p:nvGrpSpPr>
      <p:grpSpPr>
        <a:xfrm>
          <a:off x="0" y="0"/>
          <a:ext cx="0" cy="0"/>
          <a:chOff x="0" y="0"/>
          <a:chExt cx="0" cy="0"/>
        </a:xfrm>
      </p:grpSpPr>
      <p:sp>
        <p:nvSpPr>
          <p:cNvPr id="36" name="Google Shape;36;p64"/>
          <p:cNvSpPr/>
          <p:nvPr/>
        </p:nvSpPr>
        <p:spPr>
          <a:xfrm>
            <a:off x="0" y="3886200"/>
            <a:ext cx="12188825" cy="2971800"/>
          </a:xfrm>
          <a:prstGeom prst="rect">
            <a:avLst/>
          </a:prstGeom>
          <a:gradFill>
            <a:gsLst>
              <a:gs pos="0">
                <a:srgbClr val="F2F2F2"/>
              </a:gs>
              <a:gs pos="100000">
                <a:srgbClr val="A5A5A5">
                  <a:alpha val="52941"/>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37" name="Google Shape;37;p64"/>
          <p:cNvSpPr txBox="1"/>
          <p:nvPr>
            <p:ph type="ctrTitle"/>
          </p:nvPr>
        </p:nvSpPr>
        <p:spPr>
          <a:xfrm>
            <a:off x="914162" y="3887117"/>
            <a:ext cx="10360501" cy="610820"/>
          </a:xfrm>
          <a:prstGeom prst="rect">
            <a:avLst/>
          </a:prstGeom>
          <a:noFill/>
          <a:ln>
            <a:noFill/>
          </a:ln>
        </p:spPr>
        <p:txBody>
          <a:bodyPr anchorCtr="0" anchor="ctr" bIns="60925" lIns="121875" spcFirstLastPara="1" rIns="121875" wrap="square" tIns="60925">
            <a:normAutofit/>
          </a:bodyPr>
          <a:lstStyle>
            <a:lvl1pPr lvl="0" algn="ctr">
              <a:spcBef>
                <a:spcPts val="0"/>
              </a:spcBef>
              <a:spcAft>
                <a:spcPts val="0"/>
              </a:spcAft>
              <a:buClr>
                <a:srgbClr val="3F3F3F"/>
              </a:buClr>
              <a:buSzPts val="4000"/>
              <a:buFont typeface="Calibri"/>
              <a:buNone/>
              <a:defRPr sz="4000">
                <a:solidFill>
                  <a:srgbClr val="3F3F3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4"/>
          <p:cNvSpPr txBox="1"/>
          <p:nvPr>
            <p:ph idx="1" type="subTitle"/>
          </p:nvPr>
        </p:nvSpPr>
        <p:spPr>
          <a:xfrm>
            <a:off x="1828324" y="4399020"/>
            <a:ext cx="8532178" cy="764440"/>
          </a:xfrm>
          <a:prstGeom prst="rect">
            <a:avLst/>
          </a:prstGeom>
          <a:noFill/>
          <a:ln>
            <a:noFill/>
          </a:ln>
        </p:spPr>
        <p:txBody>
          <a:bodyPr anchorCtr="0" anchor="t" bIns="60925" lIns="121875" spcFirstLastPara="1" rIns="121875" wrap="square" tIns="60925">
            <a:normAutofit/>
          </a:bodyPr>
          <a:lstStyle>
            <a:lvl1pPr lvl="0" algn="ctr">
              <a:spcBef>
                <a:spcPts val="480"/>
              </a:spcBef>
              <a:spcAft>
                <a:spcPts val="0"/>
              </a:spcAft>
              <a:buClr>
                <a:srgbClr val="595959"/>
              </a:buClr>
              <a:buSzPts val="2400"/>
              <a:buNone/>
              <a:defRPr sz="2400">
                <a:solidFill>
                  <a:srgbClr val="595959"/>
                </a:solidFill>
                <a:latin typeface="Calibri"/>
                <a:ea typeface="Calibri"/>
                <a:cs typeface="Calibri"/>
                <a:sym typeface="Calibri"/>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p:txBody>
      </p:sp>
      <p:sp>
        <p:nvSpPr>
          <p:cNvPr id="39" name="Google Shape;39;p64"/>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4"/>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4"/>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2" name="Shape 42"/>
        <p:cNvGrpSpPr/>
        <p:nvPr/>
      </p:nvGrpSpPr>
      <p:grpSpPr>
        <a:xfrm>
          <a:off x="0" y="0"/>
          <a:ext cx="0" cy="0"/>
          <a:chOff x="0" y="0"/>
          <a:chExt cx="0" cy="0"/>
        </a:xfrm>
      </p:grpSpPr>
      <p:sp>
        <p:nvSpPr>
          <p:cNvPr id="43" name="Google Shape;43;p65"/>
          <p:cNvSpPr txBox="1"/>
          <p:nvPr>
            <p:ph type="ctrTitle"/>
          </p:nvPr>
        </p:nvSpPr>
        <p:spPr>
          <a:xfrm>
            <a:off x="914162" y="2130426"/>
            <a:ext cx="10360501" cy="1470025"/>
          </a:xfrm>
          <a:prstGeom prst="rect">
            <a:avLst/>
          </a:prstGeom>
          <a:noFill/>
          <a:ln>
            <a:noFill/>
          </a:ln>
        </p:spPr>
        <p:txBody>
          <a:bodyPr anchorCtr="0" anchor="ctr" bIns="60925" lIns="121875" spcFirstLastPara="1" rIns="121875" wrap="square" tIns="60925">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65"/>
          <p:cNvSpPr txBox="1"/>
          <p:nvPr>
            <p:ph idx="1" type="subTitle"/>
          </p:nvPr>
        </p:nvSpPr>
        <p:spPr>
          <a:xfrm>
            <a:off x="1828324" y="3886200"/>
            <a:ext cx="8532178" cy="1752600"/>
          </a:xfrm>
          <a:prstGeom prst="rect">
            <a:avLst/>
          </a:prstGeom>
          <a:noFill/>
          <a:ln>
            <a:noFill/>
          </a:ln>
        </p:spPr>
        <p:txBody>
          <a:bodyPr anchorCtr="0" anchor="t" bIns="60925" lIns="121875" spcFirstLastPara="1" rIns="121875" wrap="square" tIns="60925">
            <a:normAutofit/>
          </a:bodyPr>
          <a:lstStyle>
            <a:lvl1pPr lvl="0" algn="ctr">
              <a:spcBef>
                <a:spcPts val="720"/>
              </a:spcBef>
              <a:spcAft>
                <a:spcPts val="0"/>
              </a:spcAft>
              <a:buClr>
                <a:srgbClr val="888888"/>
              </a:buClr>
              <a:buSzPts val="3600"/>
              <a:buNone/>
              <a:defRPr>
                <a:solidFill>
                  <a:srgbClr val="888888"/>
                </a:solidFill>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p:txBody>
      </p:sp>
      <p:sp>
        <p:nvSpPr>
          <p:cNvPr id="45" name="Google Shape;45;p65"/>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5"/>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5"/>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8" name="Shape 48"/>
        <p:cNvGrpSpPr/>
        <p:nvPr/>
      </p:nvGrpSpPr>
      <p:grpSpPr>
        <a:xfrm>
          <a:off x="0" y="0"/>
          <a:ext cx="0" cy="0"/>
          <a:chOff x="0" y="0"/>
          <a:chExt cx="0" cy="0"/>
        </a:xfrm>
      </p:grpSpPr>
      <p:sp>
        <p:nvSpPr>
          <p:cNvPr id="49" name="Google Shape;49;p66"/>
          <p:cNvSpPr txBox="1"/>
          <p:nvPr>
            <p:ph type="title"/>
          </p:nvPr>
        </p:nvSpPr>
        <p:spPr>
          <a:xfrm>
            <a:off x="962833" y="4406901"/>
            <a:ext cx="10360501" cy="1362075"/>
          </a:xfrm>
          <a:prstGeom prst="rect">
            <a:avLst/>
          </a:prstGeom>
          <a:noFill/>
          <a:ln>
            <a:noFill/>
          </a:ln>
        </p:spPr>
        <p:txBody>
          <a:bodyPr anchorCtr="0" anchor="t" bIns="60925" lIns="121875" spcFirstLastPara="1" rIns="121875" wrap="square" tIns="60925">
            <a:normAutofit/>
          </a:bodyPr>
          <a:lstStyle>
            <a:lvl1pPr lvl="0" algn="l">
              <a:spcBef>
                <a:spcPts val="0"/>
              </a:spcBef>
              <a:spcAft>
                <a:spcPts val="0"/>
              </a:spcAft>
              <a:buClr>
                <a:schemeClr val="dk1"/>
              </a:buClr>
              <a:buSzPts val="5300"/>
              <a:buFont typeface="Calibri"/>
              <a:buNone/>
              <a:defRPr b="1" sz="53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6"/>
          <p:cNvSpPr txBox="1"/>
          <p:nvPr>
            <p:ph idx="1" type="body"/>
          </p:nvPr>
        </p:nvSpPr>
        <p:spPr>
          <a:xfrm>
            <a:off x="962833" y="2906713"/>
            <a:ext cx="10360501" cy="1500187"/>
          </a:xfrm>
          <a:prstGeom prst="rect">
            <a:avLst/>
          </a:prstGeom>
          <a:noFill/>
          <a:ln>
            <a:noFill/>
          </a:ln>
        </p:spPr>
        <p:txBody>
          <a:bodyPr anchorCtr="0" anchor="b" bIns="60925" lIns="121875" spcFirstLastPara="1" rIns="121875" wrap="square" tIns="60925">
            <a:normAutofit/>
          </a:bodyPr>
          <a:lstStyle>
            <a:lvl1pPr indent="-228600" lvl="0" marL="457200" algn="l">
              <a:spcBef>
                <a:spcPts val="540"/>
              </a:spcBef>
              <a:spcAft>
                <a:spcPts val="0"/>
              </a:spcAft>
              <a:buClr>
                <a:srgbClr val="888888"/>
              </a:buClr>
              <a:buSzPts val="2700"/>
              <a:buNone/>
              <a:defRPr sz="2700">
                <a:solidFill>
                  <a:srgbClr val="888888"/>
                </a:solidFill>
              </a:defRPr>
            </a:lvl1pPr>
            <a:lvl2pPr indent="-228600" lvl="1" marL="914400" algn="l">
              <a:spcBef>
                <a:spcPts val="480"/>
              </a:spcBef>
              <a:spcAft>
                <a:spcPts val="0"/>
              </a:spcAft>
              <a:buClr>
                <a:srgbClr val="888888"/>
              </a:buClr>
              <a:buSzPts val="2400"/>
              <a:buNone/>
              <a:defRPr sz="2400">
                <a:solidFill>
                  <a:srgbClr val="888888"/>
                </a:solidFill>
              </a:defRPr>
            </a:lvl2pPr>
            <a:lvl3pPr indent="-228600" lvl="2" marL="1371600" algn="l">
              <a:spcBef>
                <a:spcPts val="420"/>
              </a:spcBef>
              <a:spcAft>
                <a:spcPts val="0"/>
              </a:spcAft>
              <a:buClr>
                <a:srgbClr val="888888"/>
              </a:buClr>
              <a:buSzPts val="2100"/>
              <a:buNone/>
              <a:defRPr sz="2100">
                <a:solidFill>
                  <a:srgbClr val="888888"/>
                </a:solidFill>
              </a:defRPr>
            </a:lvl3pPr>
            <a:lvl4pPr indent="-228600" lvl="3" marL="1828800" algn="l">
              <a:spcBef>
                <a:spcPts val="380"/>
              </a:spcBef>
              <a:spcAft>
                <a:spcPts val="0"/>
              </a:spcAft>
              <a:buClr>
                <a:srgbClr val="888888"/>
              </a:buClr>
              <a:buSzPts val="1900"/>
              <a:buNone/>
              <a:defRPr sz="1900">
                <a:solidFill>
                  <a:srgbClr val="888888"/>
                </a:solidFill>
              </a:defRPr>
            </a:lvl4pPr>
            <a:lvl5pPr indent="-228600" lvl="4" marL="2286000" algn="l">
              <a:spcBef>
                <a:spcPts val="380"/>
              </a:spcBef>
              <a:spcAft>
                <a:spcPts val="0"/>
              </a:spcAft>
              <a:buClr>
                <a:srgbClr val="888888"/>
              </a:buClr>
              <a:buSzPts val="1900"/>
              <a:buNone/>
              <a:defRPr sz="1900">
                <a:solidFill>
                  <a:srgbClr val="888888"/>
                </a:solidFill>
              </a:defRPr>
            </a:lvl5pPr>
            <a:lvl6pPr indent="-228600" lvl="5" marL="2743200" algn="l">
              <a:spcBef>
                <a:spcPts val="380"/>
              </a:spcBef>
              <a:spcAft>
                <a:spcPts val="0"/>
              </a:spcAft>
              <a:buClr>
                <a:srgbClr val="888888"/>
              </a:buClr>
              <a:buSzPts val="1900"/>
              <a:buNone/>
              <a:defRPr sz="1900">
                <a:solidFill>
                  <a:srgbClr val="888888"/>
                </a:solidFill>
              </a:defRPr>
            </a:lvl6pPr>
            <a:lvl7pPr indent="-228600" lvl="6" marL="3200400" algn="l">
              <a:spcBef>
                <a:spcPts val="380"/>
              </a:spcBef>
              <a:spcAft>
                <a:spcPts val="0"/>
              </a:spcAft>
              <a:buClr>
                <a:srgbClr val="888888"/>
              </a:buClr>
              <a:buSzPts val="1900"/>
              <a:buNone/>
              <a:defRPr sz="1900">
                <a:solidFill>
                  <a:srgbClr val="888888"/>
                </a:solidFill>
              </a:defRPr>
            </a:lvl7pPr>
            <a:lvl8pPr indent="-228600" lvl="7" marL="3657600" algn="l">
              <a:spcBef>
                <a:spcPts val="380"/>
              </a:spcBef>
              <a:spcAft>
                <a:spcPts val="0"/>
              </a:spcAft>
              <a:buClr>
                <a:srgbClr val="888888"/>
              </a:buClr>
              <a:buSzPts val="1900"/>
              <a:buNone/>
              <a:defRPr sz="1900">
                <a:solidFill>
                  <a:srgbClr val="888888"/>
                </a:solidFill>
              </a:defRPr>
            </a:lvl8pPr>
            <a:lvl9pPr indent="-228600" lvl="8" marL="4114800" algn="l">
              <a:spcBef>
                <a:spcPts val="380"/>
              </a:spcBef>
              <a:spcAft>
                <a:spcPts val="0"/>
              </a:spcAft>
              <a:buClr>
                <a:srgbClr val="888888"/>
              </a:buClr>
              <a:buSzPts val="1900"/>
              <a:buNone/>
              <a:defRPr sz="1900">
                <a:solidFill>
                  <a:srgbClr val="888888"/>
                </a:solidFill>
              </a:defRPr>
            </a:lvl9pPr>
          </a:lstStyle>
          <a:p/>
        </p:txBody>
      </p:sp>
      <p:sp>
        <p:nvSpPr>
          <p:cNvPr id="51" name="Google Shape;51;p66"/>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6"/>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6"/>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4" name="Shape 54"/>
        <p:cNvGrpSpPr/>
        <p:nvPr/>
      </p:nvGrpSpPr>
      <p:grpSpPr>
        <a:xfrm>
          <a:off x="0" y="0"/>
          <a:ext cx="0" cy="0"/>
          <a:chOff x="0" y="0"/>
          <a:chExt cx="0" cy="0"/>
        </a:xfrm>
      </p:grpSpPr>
      <p:sp>
        <p:nvSpPr>
          <p:cNvPr id="55" name="Google Shape;55;p67"/>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67"/>
          <p:cNvSpPr txBox="1"/>
          <p:nvPr>
            <p:ph idx="1" type="body"/>
          </p:nvPr>
        </p:nvSpPr>
        <p:spPr>
          <a:xfrm>
            <a:off x="609441" y="1600201"/>
            <a:ext cx="5383398" cy="4525963"/>
          </a:xfrm>
          <a:prstGeom prst="rect">
            <a:avLst/>
          </a:prstGeom>
          <a:noFill/>
          <a:ln>
            <a:noFill/>
          </a:ln>
        </p:spPr>
        <p:txBody>
          <a:bodyPr anchorCtr="0" anchor="t" bIns="60925" lIns="121875" spcFirstLastPara="1" rIns="121875" wrap="square" tIns="60925">
            <a:normAutofit/>
          </a:bodyPr>
          <a:lstStyle>
            <a:lvl1pPr indent="-463550" lvl="0" marL="457200" algn="l">
              <a:spcBef>
                <a:spcPts val="740"/>
              </a:spcBef>
              <a:spcAft>
                <a:spcPts val="0"/>
              </a:spcAft>
              <a:buClr>
                <a:schemeClr val="dk1"/>
              </a:buClr>
              <a:buSzPts val="3700"/>
              <a:buChar char="•"/>
              <a:defRPr sz="3700"/>
            </a:lvl1pPr>
            <a:lvl2pPr indent="-431800" lvl="1" marL="914400" algn="l">
              <a:spcBef>
                <a:spcPts val="640"/>
              </a:spcBef>
              <a:spcAft>
                <a:spcPts val="0"/>
              </a:spcAft>
              <a:buClr>
                <a:schemeClr val="dk1"/>
              </a:buClr>
              <a:buSzPts val="3200"/>
              <a:buChar char="–"/>
              <a:defRPr sz="3200"/>
            </a:lvl2pPr>
            <a:lvl3pPr indent="-400050" lvl="2" marL="1371600" algn="l">
              <a:spcBef>
                <a:spcPts val="540"/>
              </a:spcBef>
              <a:spcAft>
                <a:spcPts val="0"/>
              </a:spcAft>
              <a:buClr>
                <a:schemeClr val="dk1"/>
              </a:buClr>
              <a:buSzPts val="2700"/>
              <a:buChar char="•"/>
              <a:defRPr sz="2700"/>
            </a:lvl3pPr>
            <a:lvl4pPr indent="-381000" lvl="3" marL="1828800" algn="l">
              <a:spcBef>
                <a:spcPts val="480"/>
              </a:spcBef>
              <a:spcAft>
                <a:spcPts val="0"/>
              </a:spcAft>
              <a:buClr>
                <a:schemeClr val="dk1"/>
              </a:buClr>
              <a:buSzPts val="2400"/>
              <a:buChar char="–"/>
              <a:defRPr sz="2400"/>
            </a:lvl4pPr>
            <a:lvl5pPr indent="-381000" lvl="4" marL="2286000" algn="l">
              <a:spcBef>
                <a:spcPts val="480"/>
              </a:spcBef>
              <a:spcAft>
                <a:spcPts val="0"/>
              </a:spcAft>
              <a:buClr>
                <a:schemeClr val="dk1"/>
              </a:buClr>
              <a:buSzPts val="2400"/>
              <a:buChar char="»"/>
              <a:defRPr sz="2400"/>
            </a:lvl5pPr>
            <a:lvl6pPr indent="-381000" lvl="5" marL="2743200" algn="l">
              <a:spcBef>
                <a:spcPts val="480"/>
              </a:spcBef>
              <a:spcAft>
                <a:spcPts val="0"/>
              </a:spcAft>
              <a:buClr>
                <a:schemeClr val="dk1"/>
              </a:buClr>
              <a:buSzPts val="2400"/>
              <a:buChar char="•"/>
              <a:defRPr sz="2400"/>
            </a:lvl6pPr>
            <a:lvl7pPr indent="-381000" lvl="6" marL="3200400" algn="l">
              <a:spcBef>
                <a:spcPts val="480"/>
              </a:spcBef>
              <a:spcAft>
                <a:spcPts val="0"/>
              </a:spcAft>
              <a:buClr>
                <a:schemeClr val="dk1"/>
              </a:buClr>
              <a:buSzPts val="2400"/>
              <a:buChar char="•"/>
              <a:defRPr sz="2400"/>
            </a:lvl7pPr>
            <a:lvl8pPr indent="-381000" lvl="7" marL="3657600" algn="l">
              <a:spcBef>
                <a:spcPts val="480"/>
              </a:spcBef>
              <a:spcAft>
                <a:spcPts val="0"/>
              </a:spcAft>
              <a:buClr>
                <a:schemeClr val="dk1"/>
              </a:buClr>
              <a:buSzPts val="2400"/>
              <a:buChar char="•"/>
              <a:defRPr sz="2400"/>
            </a:lvl8pPr>
            <a:lvl9pPr indent="-381000" lvl="8" marL="4114800" algn="l">
              <a:spcBef>
                <a:spcPts val="480"/>
              </a:spcBef>
              <a:spcAft>
                <a:spcPts val="0"/>
              </a:spcAft>
              <a:buClr>
                <a:schemeClr val="dk1"/>
              </a:buClr>
              <a:buSzPts val="2400"/>
              <a:buChar char="•"/>
              <a:defRPr sz="2400"/>
            </a:lvl9pPr>
          </a:lstStyle>
          <a:p/>
        </p:txBody>
      </p:sp>
      <p:sp>
        <p:nvSpPr>
          <p:cNvPr id="57" name="Google Shape;57;p67"/>
          <p:cNvSpPr txBox="1"/>
          <p:nvPr>
            <p:ph idx="2" type="body"/>
          </p:nvPr>
        </p:nvSpPr>
        <p:spPr>
          <a:xfrm>
            <a:off x="6195986" y="1600201"/>
            <a:ext cx="5383398" cy="4525963"/>
          </a:xfrm>
          <a:prstGeom prst="rect">
            <a:avLst/>
          </a:prstGeom>
          <a:noFill/>
          <a:ln>
            <a:noFill/>
          </a:ln>
        </p:spPr>
        <p:txBody>
          <a:bodyPr anchorCtr="0" anchor="t" bIns="60925" lIns="121875" spcFirstLastPara="1" rIns="121875" wrap="square" tIns="60925">
            <a:normAutofit/>
          </a:bodyPr>
          <a:lstStyle>
            <a:lvl1pPr indent="-463550" lvl="0" marL="457200" algn="l">
              <a:spcBef>
                <a:spcPts val="740"/>
              </a:spcBef>
              <a:spcAft>
                <a:spcPts val="0"/>
              </a:spcAft>
              <a:buClr>
                <a:schemeClr val="dk1"/>
              </a:buClr>
              <a:buSzPts val="3700"/>
              <a:buChar char="•"/>
              <a:defRPr sz="3700"/>
            </a:lvl1pPr>
            <a:lvl2pPr indent="-431800" lvl="1" marL="914400" algn="l">
              <a:spcBef>
                <a:spcPts val="640"/>
              </a:spcBef>
              <a:spcAft>
                <a:spcPts val="0"/>
              </a:spcAft>
              <a:buClr>
                <a:schemeClr val="dk1"/>
              </a:buClr>
              <a:buSzPts val="3200"/>
              <a:buChar char="–"/>
              <a:defRPr sz="3200"/>
            </a:lvl2pPr>
            <a:lvl3pPr indent="-400050" lvl="2" marL="1371600" algn="l">
              <a:spcBef>
                <a:spcPts val="540"/>
              </a:spcBef>
              <a:spcAft>
                <a:spcPts val="0"/>
              </a:spcAft>
              <a:buClr>
                <a:schemeClr val="dk1"/>
              </a:buClr>
              <a:buSzPts val="2700"/>
              <a:buChar char="•"/>
              <a:defRPr sz="2700"/>
            </a:lvl3pPr>
            <a:lvl4pPr indent="-381000" lvl="3" marL="1828800" algn="l">
              <a:spcBef>
                <a:spcPts val="480"/>
              </a:spcBef>
              <a:spcAft>
                <a:spcPts val="0"/>
              </a:spcAft>
              <a:buClr>
                <a:schemeClr val="dk1"/>
              </a:buClr>
              <a:buSzPts val="2400"/>
              <a:buChar char="–"/>
              <a:defRPr sz="2400"/>
            </a:lvl4pPr>
            <a:lvl5pPr indent="-381000" lvl="4" marL="2286000" algn="l">
              <a:spcBef>
                <a:spcPts val="480"/>
              </a:spcBef>
              <a:spcAft>
                <a:spcPts val="0"/>
              </a:spcAft>
              <a:buClr>
                <a:schemeClr val="dk1"/>
              </a:buClr>
              <a:buSzPts val="2400"/>
              <a:buChar char="»"/>
              <a:defRPr sz="2400"/>
            </a:lvl5pPr>
            <a:lvl6pPr indent="-381000" lvl="5" marL="2743200" algn="l">
              <a:spcBef>
                <a:spcPts val="480"/>
              </a:spcBef>
              <a:spcAft>
                <a:spcPts val="0"/>
              </a:spcAft>
              <a:buClr>
                <a:schemeClr val="dk1"/>
              </a:buClr>
              <a:buSzPts val="2400"/>
              <a:buChar char="•"/>
              <a:defRPr sz="2400"/>
            </a:lvl6pPr>
            <a:lvl7pPr indent="-381000" lvl="6" marL="3200400" algn="l">
              <a:spcBef>
                <a:spcPts val="480"/>
              </a:spcBef>
              <a:spcAft>
                <a:spcPts val="0"/>
              </a:spcAft>
              <a:buClr>
                <a:schemeClr val="dk1"/>
              </a:buClr>
              <a:buSzPts val="2400"/>
              <a:buChar char="•"/>
              <a:defRPr sz="2400"/>
            </a:lvl7pPr>
            <a:lvl8pPr indent="-381000" lvl="7" marL="3657600" algn="l">
              <a:spcBef>
                <a:spcPts val="480"/>
              </a:spcBef>
              <a:spcAft>
                <a:spcPts val="0"/>
              </a:spcAft>
              <a:buClr>
                <a:schemeClr val="dk1"/>
              </a:buClr>
              <a:buSzPts val="2400"/>
              <a:buChar char="•"/>
              <a:defRPr sz="2400"/>
            </a:lvl8pPr>
            <a:lvl9pPr indent="-381000" lvl="8" marL="4114800" algn="l">
              <a:spcBef>
                <a:spcPts val="480"/>
              </a:spcBef>
              <a:spcAft>
                <a:spcPts val="0"/>
              </a:spcAft>
              <a:buClr>
                <a:schemeClr val="dk1"/>
              </a:buClr>
              <a:buSzPts val="2400"/>
              <a:buChar char="•"/>
              <a:defRPr sz="2400"/>
            </a:lvl9pPr>
          </a:lstStyle>
          <a:p/>
        </p:txBody>
      </p:sp>
      <p:sp>
        <p:nvSpPr>
          <p:cNvPr id="58" name="Google Shape;58;p67"/>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67"/>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67"/>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1" name="Shape 61"/>
        <p:cNvGrpSpPr/>
        <p:nvPr/>
      </p:nvGrpSpPr>
      <p:grpSpPr>
        <a:xfrm>
          <a:off x="0" y="0"/>
          <a:ext cx="0" cy="0"/>
          <a:chOff x="0" y="0"/>
          <a:chExt cx="0" cy="0"/>
        </a:xfrm>
      </p:grpSpPr>
      <p:sp>
        <p:nvSpPr>
          <p:cNvPr id="62" name="Google Shape;62;p68"/>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68"/>
          <p:cNvSpPr txBox="1"/>
          <p:nvPr>
            <p:ph idx="1" type="body"/>
          </p:nvPr>
        </p:nvSpPr>
        <p:spPr>
          <a:xfrm>
            <a:off x="609441" y="1535113"/>
            <a:ext cx="5385514" cy="639763"/>
          </a:xfrm>
          <a:prstGeom prst="rect">
            <a:avLst/>
          </a:prstGeom>
          <a:noFill/>
          <a:ln>
            <a:noFill/>
          </a:ln>
        </p:spPr>
        <p:txBody>
          <a:bodyPr anchorCtr="0" anchor="b" bIns="60925" lIns="121875" spcFirstLastPara="1" rIns="121875" wrap="square" tIns="60925">
            <a:normAutofit/>
          </a:bodyPr>
          <a:lstStyle>
            <a:lvl1pPr indent="-228600" lvl="0" marL="457200" algn="l">
              <a:spcBef>
                <a:spcPts val="640"/>
              </a:spcBef>
              <a:spcAft>
                <a:spcPts val="0"/>
              </a:spcAft>
              <a:buClr>
                <a:schemeClr val="dk1"/>
              </a:buClr>
              <a:buSzPts val="3200"/>
              <a:buNone/>
              <a:defRPr b="1" sz="3200"/>
            </a:lvl1pPr>
            <a:lvl2pPr indent="-228600" lvl="1" marL="914400" algn="l">
              <a:spcBef>
                <a:spcPts val="540"/>
              </a:spcBef>
              <a:spcAft>
                <a:spcPts val="0"/>
              </a:spcAft>
              <a:buClr>
                <a:schemeClr val="dk1"/>
              </a:buClr>
              <a:buSzPts val="2700"/>
              <a:buNone/>
              <a:defRPr b="1" sz="2700"/>
            </a:lvl2pPr>
            <a:lvl3pPr indent="-228600" lvl="2" marL="1371600" algn="l">
              <a:spcBef>
                <a:spcPts val="480"/>
              </a:spcBef>
              <a:spcAft>
                <a:spcPts val="0"/>
              </a:spcAft>
              <a:buClr>
                <a:schemeClr val="dk1"/>
              </a:buClr>
              <a:buSzPts val="2400"/>
              <a:buNone/>
              <a:defRPr b="1" sz="2400"/>
            </a:lvl3pPr>
            <a:lvl4pPr indent="-228600" lvl="3" marL="1828800" algn="l">
              <a:spcBef>
                <a:spcPts val="420"/>
              </a:spcBef>
              <a:spcAft>
                <a:spcPts val="0"/>
              </a:spcAft>
              <a:buClr>
                <a:schemeClr val="dk1"/>
              </a:buClr>
              <a:buSzPts val="2100"/>
              <a:buNone/>
              <a:defRPr b="1" sz="2100"/>
            </a:lvl4pPr>
            <a:lvl5pPr indent="-228600" lvl="4" marL="2286000" algn="l">
              <a:spcBef>
                <a:spcPts val="420"/>
              </a:spcBef>
              <a:spcAft>
                <a:spcPts val="0"/>
              </a:spcAft>
              <a:buClr>
                <a:schemeClr val="dk1"/>
              </a:buClr>
              <a:buSzPts val="2100"/>
              <a:buNone/>
              <a:defRPr b="1" sz="2100"/>
            </a:lvl5pPr>
            <a:lvl6pPr indent="-228600" lvl="5" marL="2743200" algn="l">
              <a:spcBef>
                <a:spcPts val="420"/>
              </a:spcBef>
              <a:spcAft>
                <a:spcPts val="0"/>
              </a:spcAft>
              <a:buClr>
                <a:schemeClr val="dk1"/>
              </a:buClr>
              <a:buSzPts val="2100"/>
              <a:buNone/>
              <a:defRPr b="1" sz="2100"/>
            </a:lvl6pPr>
            <a:lvl7pPr indent="-228600" lvl="6" marL="3200400" algn="l">
              <a:spcBef>
                <a:spcPts val="420"/>
              </a:spcBef>
              <a:spcAft>
                <a:spcPts val="0"/>
              </a:spcAft>
              <a:buClr>
                <a:schemeClr val="dk1"/>
              </a:buClr>
              <a:buSzPts val="2100"/>
              <a:buNone/>
              <a:defRPr b="1" sz="2100"/>
            </a:lvl7pPr>
            <a:lvl8pPr indent="-228600" lvl="7" marL="3657600" algn="l">
              <a:spcBef>
                <a:spcPts val="420"/>
              </a:spcBef>
              <a:spcAft>
                <a:spcPts val="0"/>
              </a:spcAft>
              <a:buClr>
                <a:schemeClr val="dk1"/>
              </a:buClr>
              <a:buSzPts val="2100"/>
              <a:buNone/>
              <a:defRPr b="1" sz="2100"/>
            </a:lvl8pPr>
            <a:lvl9pPr indent="-228600" lvl="8" marL="4114800" algn="l">
              <a:spcBef>
                <a:spcPts val="420"/>
              </a:spcBef>
              <a:spcAft>
                <a:spcPts val="0"/>
              </a:spcAft>
              <a:buClr>
                <a:schemeClr val="dk1"/>
              </a:buClr>
              <a:buSzPts val="2100"/>
              <a:buNone/>
              <a:defRPr b="1" sz="2100"/>
            </a:lvl9pPr>
          </a:lstStyle>
          <a:p/>
        </p:txBody>
      </p:sp>
      <p:sp>
        <p:nvSpPr>
          <p:cNvPr id="64" name="Google Shape;64;p68"/>
          <p:cNvSpPr txBox="1"/>
          <p:nvPr>
            <p:ph idx="2" type="body"/>
          </p:nvPr>
        </p:nvSpPr>
        <p:spPr>
          <a:xfrm>
            <a:off x="609441" y="2174875"/>
            <a:ext cx="5385514" cy="3951288"/>
          </a:xfrm>
          <a:prstGeom prst="rect">
            <a:avLst/>
          </a:prstGeom>
          <a:noFill/>
          <a:ln>
            <a:noFill/>
          </a:ln>
        </p:spPr>
        <p:txBody>
          <a:bodyPr anchorCtr="0" anchor="t" bIns="60925" lIns="121875" spcFirstLastPara="1" rIns="121875" wrap="square" tIns="60925">
            <a:normAutofit/>
          </a:bodyPr>
          <a:lstStyle>
            <a:lvl1pPr indent="-431800" lvl="0" marL="457200" algn="l">
              <a:spcBef>
                <a:spcPts val="640"/>
              </a:spcBef>
              <a:spcAft>
                <a:spcPts val="0"/>
              </a:spcAft>
              <a:buClr>
                <a:schemeClr val="dk1"/>
              </a:buClr>
              <a:buSzPts val="3200"/>
              <a:buChar char="•"/>
              <a:defRPr sz="3200"/>
            </a:lvl1pPr>
            <a:lvl2pPr indent="-400050" lvl="1" marL="914400" algn="l">
              <a:spcBef>
                <a:spcPts val="540"/>
              </a:spcBef>
              <a:spcAft>
                <a:spcPts val="0"/>
              </a:spcAft>
              <a:buClr>
                <a:schemeClr val="dk1"/>
              </a:buClr>
              <a:buSzPts val="2700"/>
              <a:buChar char="–"/>
              <a:defRPr sz="2700"/>
            </a:lvl2pPr>
            <a:lvl3pPr indent="-381000" lvl="2" marL="1371600" algn="l">
              <a:spcBef>
                <a:spcPts val="480"/>
              </a:spcBef>
              <a:spcAft>
                <a:spcPts val="0"/>
              </a:spcAft>
              <a:buClr>
                <a:schemeClr val="dk1"/>
              </a:buClr>
              <a:buSzPts val="2400"/>
              <a:buChar char="•"/>
              <a:defRPr sz="2400"/>
            </a:lvl3pPr>
            <a:lvl4pPr indent="-361950" lvl="3" marL="1828800" algn="l">
              <a:spcBef>
                <a:spcPts val="420"/>
              </a:spcBef>
              <a:spcAft>
                <a:spcPts val="0"/>
              </a:spcAft>
              <a:buClr>
                <a:schemeClr val="dk1"/>
              </a:buClr>
              <a:buSzPts val="2100"/>
              <a:buChar char="–"/>
              <a:defRPr sz="2100"/>
            </a:lvl4pPr>
            <a:lvl5pPr indent="-361950" lvl="4" marL="2286000" algn="l">
              <a:spcBef>
                <a:spcPts val="420"/>
              </a:spcBef>
              <a:spcAft>
                <a:spcPts val="0"/>
              </a:spcAft>
              <a:buClr>
                <a:schemeClr val="dk1"/>
              </a:buClr>
              <a:buSzPts val="2100"/>
              <a:buChar char="»"/>
              <a:defRPr sz="2100"/>
            </a:lvl5pPr>
            <a:lvl6pPr indent="-361950" lvl="5" marL="2743200" algn="l">
              <a:spcBef>
                <a:spcPts val="420"/>
              </a:spcBef>
              <a:spcAft>
                <a:spcPts val="0"/>
              </a:spcAft>
              <a:buClr>
                <a:schemeClr val="dk1"/>
              </a:buClr>
              <a:buSzPts val="2100"/>
              <a:buChar char="•"/>
              <a:defRPr sz="2100"/>
            </a:lvl6pPr>
            <a:lvl7pPr indent="-361950" lvl="6" marL="3200400" algn="l">
              <a:spcBef>
                <a:spcPts val="420"/>
              </a:spcBef>
              <a:spcAft>
                <a:spcPts val="0"/>
              </a:spcAft>
              <a:buClr>
                <a:schemeClr val="dk1"/>
              </a:buClr>
              <a:buSzPts val="2100"/>
              <a:buChar char="•"/>
              <a:defRPr sz="2100"/>
            </a:lvl7pPr>
            <a:lvl8pPr indent="-361950" lvl="7" marL="3657600" algn="l">
              <a:spcBef>
                <a:spcPts val="420"/>
              </a:spcBef>
              <a:spcAft>
                <a:spcPts val="0"/>
              </a:spcAft>
              <a:buClr>
                <a:schemeClr val="dk1"/>
              </a:buClr>
              <a:buSzPts val="2100"/>
              <a:buChar char="•"/>
              <a:defRPr sz="2100"/>
            </a:lvl8pPr>
            <a:lvl9pPr indent="-361950" lvl="8" marL="4114800" algn="l">
              <a:spcBef>
                <a:spcPts val="420"/>
              </a:spcBef>
              <a:spcAft>
                <a:spcPts val="0"/>
              </a:spcAft>
              <a:buClr>
                <a:schemeClr val="dk1"/>
              </a:buClr>
              <a:buSzPts val="2100"/>
              <a:buChar char="•"/>
              <a:defRPr sz="2100"/>
            </a:lvl9pPr>
          </a:lstStyle>
          <a:p/>
        </p:txBody>
      </p:sp>
      <p:sp>
        <p:nvSpPr>
          <p:cNvPr id="65" name="Google Shape;65;p68"/>
          <p:cNvSpPr txBox="1"/>
          <p:nvPr>
            <p:ph idx="3" type="body"/>
          </p:nvPr>
        </p:nvSpPr>
        <p:spPr>
          <a:xfrm>
            <a:off x="6191756" y="1535113"/>
            <a:ext cx="5387630" cy="639763"/>
          </a:xfrm>
          <a:prstGeom prst="rect">
            <a:avLst/>
          </a:prstGeom>
          <a:noFill/>
          <a:ln>
            <a:noFill/>
          </a:ln>
        </p:spPr>
        <p:txBody>
          <a:bodyPr anchorCtr="0" anchor="b" bIns="60925" lIns="121875" spcFirstLastPara="1" rIns="121875" wrap="square" tIns="60925">
            <a:normAutofit/>
          </a:bodyPr>
          <a:lstStyle>
            <a:lvl1pPr indent="-228600" lvl="0" marL="457200" algn="l">
              <a:spcBef>
                <a:spcPts val="640"/>
              </a:spcBef>
              <a:spcAft>
                <a:spcPts val="0"/>
              </a:spcAft>
              <a:buClr>
                <a:schemeClr val="dk1"/>
              </a:buClr>
              <a:buSzPts val="3200"/>
              <a:buNone/>
              <a:defRPr b="1" sz="3200"/>
            </a:lvl1pPr>
            <a:lvl2pPr indent="-228600" lvl="1" marL="914400" algn="l">
              <a:spcBef>
                <a:spcPts val="540"/>
              </a:spcBef>
              <a:spcAft>
                <a:spcPts val="0"/>
              </a:spcAft>
              <a:buClr>
                <a:schemeClr val="dk1"/>
              </a:buClr>
              <a:buSzPts val="2700"/>
              <a:buNone/>
              <a:defRPr b="1" sz="2700"/>
            </a:lvl2pPr>
            <a:lvl3pPr indent="-228600" lvl="2" marL="1371600" algn="l">
              <a:spcBef>
                <a:spcPts val="480"/>
              </a:spcBef>
              <a:spcAft>
                <a:spcPts val="0"/>
              </a:spcAft>
              <a:buClr>
                <a:schemeClr val="dk1"/>
              </a:buClr>
              <a:buSzPts val="2400"/>
              <a:buNone/>
              <a:defRPr b="1" sz="2400"/>
            </a:lvl3pPr>
            <a:lvl4pPr indent="-228600" lvl="3" marL="1828800" algn="l">
              <a:spcBef>
                <a:spcPts val="420"/>
              </a:spcBef>
              <a:spcAft>
                <a:spcPts val="0"/>
              </a:spcAft>
              <a:buClr>
                <a:schemeClr val="dk1"/>
              </a:buClr>
              <a:buSzPts val="2100"/>
              <a:buNone/>
              <a:defRPr b="1" sz="2100"/>
            </a:lvl4pPr>
            <a:lvl5pPr indent="-228600" lvl="4" marL="2286000" algn="l">
              <a:spcBef>
                <a:spcPts val="420"/>
              </a:spcBef>
              <a:spcAft>
                <a:spcPts val="0"/>
              </a:spcAft>
              <a:buClr>
                <a:schemeClr val="dk1"/>
              </a:buClr>
              <a:buSzPts val="2100"/>
              <a:buNone/>
              <a:defRPr b="1" sz="2100"/>
            </a:lvl5pPr>
            <a:lvl6pPr indent="-228600" lvl="5" marL="2743200" algn="l">
              <a:spcBef>
                <a:spcPts val="420"/>
              </a:spcBef>
              <a:spcAft>
                <a:spcPts val="0"/>
              </a:spcAft>
              <a:buClr>
                <a:schemeClr val="dk1"/>
              </a:buClr>
              <a:buSzPts val="2100"/>
              <a:buNone/>
              <a:defRPr b="1" sz="2100"/>
            </a:lvl6pPr>
            <a:lvl7pPr indent="-228600" lvl="6" marL="3200400" algn="l">
              <a:spcBef>
                <a:spcPts val="420"/>
              </a:spcBef>
              <a:spcAft>
                <a:spcPts val="0"/>
              </a:spcAft>
              <a:buClr>
                <a:schemeClr val="dk1"/>
              </a:buClr>
              <a:buSzPts val="2100"/>
              <a:buNone/>
              <a:defRPr b="1" sz="2100"/>
            </a:lvl7pPr>
            <a:lvl8pPr indent="-228600" lvl="7" marL="3657600" algn="l">
              <a:spcBef>
                <a:spcPts val="420"/>
              </a:spcBef>
              <a:spcAft>
                <a:spcPts val="0"/>
              </a:spcAft>
              <a:buClr>
                <a:schemeClr val="dk1"/>
              </a:buClr>
              <a:buSzPts val="2100"/>
              <a:buNone/>
              <a:defRPr b="1" sz="2100"/>
            </a:lvl8pPr>
            <a:lvl9pPr indent="-228600" lvl="8" marL="4114800" algn="l">
              <a:spcBef>
                <a:spcPts val="420"/>
              </a:spcBef>
              <a:spcAft>
                <a:spcPts val="0"/>
              </a:spcAft>
              <a:buClr>
                <a:schemeClr val="dk1"/>
              </a:buClr>
              <a:buSzPts val="2100"/>
              <a:buNone/>
              <a:defRPr b="1" sz="2100"/>
            </a:lvl9pPr>
          </a:lstStyle>
          <a:p/>
        </p:txBody>
      </p:sp>
      <p:sp>
        <p:nvSpPr>
          <p:cNvPr id="66" name="Google Shape;66;p68"/>
          <p:cNvSpPr txBox="1"/>
          <p:nvPr>
            <p:ph idx="4" type="body"/>
          </p:nvPr>
        </p:nvSpPr>
        <p:spPr>
          <a:xfrm>
            <a:off x="6191756" y="2174875"/>
            <a:ext cx="5387630" cy="3951288"/>
          </a:xfrm>
          <a:prstGeom prst="rect">
            <a:avLst/>
          </a:prstGeom>
          <a:noFill/>
          <a:ln>
            <a:noFill/>
          </a:ln>
        </p:spPr>
        <p:txBody>
          <a:bodyPr anchorCtr="0" anchor="t" bIns="60925" lIns="121875" spcFirstLastPara="1" rIns="121875" wrap="square" tIns="60925">
            <a:normAutofit/>
          </a:bodyPr>
          <a:lstStyle>
            <a:lvl1pPr indent="-431800" lvl="0" marL="457200" algn="l">
              <a:spcBef>
                <a:spcPts val="640"/>
              </a:spcBef>
              <a:spcAft>
                <a:spcPts val="0"/>
              </a:spcAft>
              <a:buClr>
                <a:schemeClr val="dk1"/>
              </a:buClr>
              <a:buSzPts val="3200"/>
              <a:buChar char="•"/>
              <a:defRPr sz="3200"/>
            </a:lvl1pPr>
            <a:lvl2pPr indent="-400050" lvl="1" marL="914400" algn="l">
              <a:spcBef>
                <a:spcPts val="540"/>
              </a:spcBef>
              <a:spcAft>
                <a:spcPts val="0"/>
              </a:spcAft>
              <a:buClr>
                <a:schemeClr val="dk1"/>
              </a:buClr>
              <a:buSzPts val="2700"/>
              <a:buChar char="–"/>
              <a:defRPr sz="2700"/>
            </a:lvl2pPr>
            <a:lvl3pPr indent="-381000" lvl="2" marL="1371600" algn="l">
              <a:spcBef>
                <a:spcPts val="480"/>
              </a:spcBef>
              <a:spcAft>
                <a:spcPts val="0"/>
              </a:spcAft>
              <a:buClr>
                <a:schemeClr val="dk1"/>
              </a:buClr>
              <a:buSzPts val="2400"/>
              <a:buChar char="•"/>
              <a:defRPr sz="2400"/>
            </a:lvl3pPr>
            <a:lvl4pPr indent="-361950" lvl="3" marL="1828800" algn="l">
              <a:spcBef>
                <a:spcPts val="420"/>
              </a:spcBef>
              <a:spcAft>
                <a:spcPts val="0"/>
              </a:spcAft>
              <a:buClr>
                <a:schemeClr val="dk1"/>
              </a:buClr>
              <a:buSzPts val="2100"/>
              <a:buChar char="–"/>
              <a:defRPr sz="2100"/>
            </a:lvl4pPr>
            <a:lvl5pPr indent="-361950" lvl="4" marL="2286000" algn="l">
              <a:spcBef>
                <a:spcPts val="420"/>
              </a:spcBef>
              <a:spcAft>
                <a:spcPts val="0"/>
              </a:spcAft>
              <a:buClr>
                <a:schemeClr val="dk1"/>
              </a:buClr>
              <a:buSzPts val="2100"/>
              <a:buChar char="»"/>
              <a:defRPr sz="2100"/>
            </a:lvl5pPr>
            <a:lvl6pPr indent="-361950" lvl="5" marL="2743200" algn="l">
              <a:spcBef>
                <a:spcPts val="420"/>
              </a:spcBef>
              <a:spcAft>
                <a:spcPts val="0"/>
              </a:spcAft>
              <a:buClr>
                <a:schemeClr val="dk1"/>
              </a:buClr>
              <a:buSzPts val="2100"/>
              <a:buChar char="•"/>
              <a:defRPr sz="2100"/>
            </a:lvl6pPr>
            <a:lvl7pPr indent="-361950" lvl="6" marL="3200400" algn="l">
              <a:spcBef>
                <a:spcPts val="420"/>
              </a:spcBef>
              <a:spcAft>
                <a:spcPts val="0"/>
              </a:spcAft>
              <a:buClr>
                <a:schemeClr val="dk1"/>
              </a:buClr>
              <a:buSzPts val="2100"/>
              <a:buChar char="•"/>
              <a:defRPr sz="2100"/>
            </a:lvl7pPr>
            <a:lvl8pPr indent="-361950" lvl="7" marL="3657600" algn="l">
              <a:spcBef>
                <a:spcPts val="420"/>
              </a:spcBef>
              <a:spcAft>
                <a:spcPts val="0"/>
              </a:spcAft>
              <a:buClr>
                <a:schemeClr val="dk1"/>
              </a:buClr>
              <a:buSzPts val="2100"/>
              <a:buChar char="•"/>
              <a:defRPr sz="2100"/>
            </a:lvl8pPr>
            <a:lvl9pPr indent="-361950" lvl="8" marL="4114800" algn="l">
              <a:spcBef>
                <a:spcPts val="420"/>
              </a:spcBef>
              <a:spcAft>
                <a:spcPts val="0"/>
              </a:spcAft>
              <a:buClr>
                <a:schemeClr val="dk1"/>
              </a:buClr>
              <a:buSzPts val="2100"/>
              <a:buChar char="•"/>
              <a:defRPr sz="2100"/>
            </a:lvl9pPr>
          </a:lstStyle>
          <a:p/>
        </p:txBody>
      </p:sp>
      <p:sp>
        <p:nvSpPr>
          <p:cNvPr id="67" name="Google Shape;67;p68"/>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68"/>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68"/>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69"/>
          <p:cNvSpPr txBox="1"/>
          <p:nvPr>
            <p:ph type="title"/>
          </p:nvPr>
        </p:nvSpPr>
        <p:spPr>
          <a:xfrm>
            <a:off x="609443" y="273049"/>
            <a:ext cx="4010039" cy="1162051"/>
          </a:xfrm>
          <a:prstGeom prst="rect">
            <a:avLst/>
          </a:prstGeom>
          <a:noFill/>
          <a:ln>
            <a:noFill/>
          </a:ln>
        </p:spPr>
        <p:txBody>
          <a:bodyPr anchorCtr="0" anchor="b" bIns="60925" lIns="121875" spcFirstLastPara="1" rIns="121875" wrap="square" tIns="60925">
            <a:normAutofit/>
          </a:bodyPr>
          <a:lstStyle>
            <a:lvl1pPr lvl="0" algn="l">
              <a:spcBef>
                <a:spcPts val="0"/>
              </a:spcBef>
              <a:spcAft>
                <a:spcPts val="0"/>
              </a:spcAft>
              <a:buClr>
                <a:schemeClr val="dk1"/>
              </a:buClr>
              <a:buSzPts val="2700"/>
              <a:buFont typeface="Calibri"/>
              <a:buNone/>
              <a:defRPr b="1" sz="27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69"/>
          <p:cNvSpPr txBox="1"/>
          <p:nvPr>
            <p:ph idx="1" type="body"/>
          </p:nvPr>
        </p:nvSpPr>
        <p:spPr>
          <a:xfrm>
            <a:off x="4765492" y="273052"/>
            <a:ext cx="6813892" cy="5853113"/>
          </a:xfrm>
          <a:prstGeom prst="rect">
            <a:avLst/>
          </a:prstGeom>
          <a:noFill/>
          <a:ln>
            <a:noFill/>
          </a:ln>
        </p:spPr>
        <p:txBody>
          <a:bodyPr anchorCtr="0" anchor="t" bIns="60925" lIns="121875" spcFirstLastPara="1" rIns="121875" wrap="square" tIns="60925">
            <a:normAutofit/>
          </a:bodyPr>
          <a:lstStyle>
            <a:lvl1pPr indent="-501650" lvl="0" marL="457200" algn="l">
              <a:spcBef>
                <a:spcPts val="860"/>
              </a:spcBef>
              <a:spcAft>
                <a:spcPts val="0"/>
              </a:spcAft>
              <a:buClr>
                <a:schemeClr val="dk1"/>
              </a:buClr>
              <a:buSzPts val="4300"/>
              <a:buChar char="•"/>
              <a:defRPr sz="4300"/>
            </a:lvl1pPr>
            <a:lvl2pPr indent="-463550" lvl="1" marL="914400" algn="l">
              <a:spcBef>
                <a:spcPts val="740"/>
              </a:spcBef>
              <a:spcAft>
                <a:spcPts val="0"/>
              </a:spcAft>
              <a:buClr>
                <a:schemeClr val="dk1"/>
              </a:buClr>
              <a:buSzPts val="3700"/>
              <a:buChar char="–"/>
              <a:defRPr sz="3700"/>
            </a:lvl2pPr>
            <a:lvl3pPr indent="-431800" lvl="2" marL="1371600" algn="l">
              <a:spcBef>
                <a:spcPts val="640"/>
              </a:spcBef>
              <a:spcAft>
                <a:spcPts val="0"/>
              </a:spcAft>
              <a:buClr>
                <a:schemeClr val="dk1"/>
              </a:buClr>
              <a:buSzPts val="3200"/>
              <a:buChar char="•"/>
              <a:defRPr sz="3200"/>
            </a:lvl3pPr>
            <a:lvl4pPr indent="-400050" lvl="3" marL="1828800" algn="l">
              <a:spcBef>
                <a:spcPts val="540"/>
              </a:spcBef>
              <a:spcAft>
                <a:spcPts val="0"/>
              </a:spcAft>
              <a:buClr>
                <a:schemeClr val="dk1"/>
              </a:buClr>
              <a:buSzPts val="2700"/>
              <a:buChar char="–"/>
              <a:defRPr sz="2700"/>
            </a:lvl4pPr>
            <a:lvl5pPr indent="-400050" lvl="4" marL="2286000" algn="l">
              <a:spcBef>
                <a:spcPts val="540"/>
              </a:spcBef>
              <a:spcAft>
                <a:spcPts val="0"/>
              </a:spcAft>
              <a:buClr>
                <a:schemeClr val="dk1"/>
              </a:buClr>
              <a:buSzPts val="2700"/>
              <a:buChar char="»"/>
              <a:defRPr sz="2700"/>
            </a:lvl5pPr>
            <a:lvl6pPr indent="-400050" lvl="5" marL="2743200" algn="l">
              <a:spcBef>
                <a:spcPts val="540"/>
              </a:spcBef>
              <a:spcAft>
                <a:spcPts val="0"/>
              </a:spcAft>
              <a:buClr>
                <a:schemeClr val="dk1"/>
              </a:buClr>
              <a:buSzPts val="2700"/>
              <a:buChar char="•"/>
              <a:defRPr sz="2700"/>
            </a:lvl6pPr>
            <a:lvl7pPr indent="-400050" lvl="6" marL="3200400" algn="l">
              <a:spcBef>
                <a:spcPts val="540"/>
              </a:spcBef>
              <a:spcAft>
                <a:spcPts val="0"/>
              </a:spcAft>
              <a:buClr>
                <a:schemeClr val="dk1"/>
              </a:buClr>
              <a:buSzPts val="2700"/>
              <a:buChar char="•"/>
              <a:defRPr sz="2700"/>
            </a:lvl7pPr>
            <a:lvl8pPr indent="-400050" lvl="7" marL="3657600" algn="l">
              <a:spcBef>
                <a:spcPts val="540"/>
              </a:spcBef>
              <a:spcAft>
                <a:spcPts val="0"/>
              </a:spcAft>
              <a:buClr>
                <a:schemeClr val="dk1"/>
              </a:buClr>
              <a:buSzPts val="2700"/>
              <a:buChar char="•"/>
              <a:defRPr sz="2700"/>
            </a:lvl8pPr>
            <a:lvl9pPr indent="-400050" lvl="8" marL="4114800" algn="l">
              <a:spcBef>
                <a:spcPts val="540"/>
              </a:spcBef>
              <a:spcAft>
                <a:spcPts val="0"/>
              </a:spcAft>
              <a:buClr>
                <a:schemeClr val="dk1"/>
              </a:buClr>
              <a:buSzPts val="2700"/>
              <a:buChar char="•"/>
              <a:defRPr sz="2700"/>
            </a:lvl9pPr>
          </a:lstStyle>
          <a:p/>
        </p:txBody>
      </p:sp>
      <p:sp>
        <p:nvSpPr>
          <p:cNvPr id="73" name="Google Shape;73;p69"/>
          <p:cNvSpPr txBox="1"/>
          <p:nvPr>
            <p:ph idx="2" type="body"/>
          </p:nvPr>
        </p:nvSpPr>
        <p:spPr>
          <a:xfrm>
            <a:off x="609443" y="1435102"/>
            <a:ext cx="4010039" cy="4691063"/>
          </a:xfrm>
          <a:prstGeom prst="rect">
            <a:avLst/>
          </a:prstGeom>
          <a:noFill/>
          <a:ln>
            <a:noFill/>
          </a:ln>
        </p:spPr>
        <p:txBody>
          <a:bodyPr anchorCtr="0" anchor="t" bIns="60925" lIns="121875" spcFirstLastPara="1" rIns="121875" wrap="square" tIns="60925">
            <a:normAutofit/>
          </a:bodyPr>
          <a:lstStyle>
            <a:lvl1pPr indent="-228600" lvl="0" marL="457200" algn="l">
              <a:spcBef>
                <a:spcPts val="380"/>
              </a:spcBef>
              <a:spcAft>
                <a:spcPts val="0"/>
              </a:spcAft>
              <a:buClr>
                <a:schemeClr val="dk1"/>
              </a:buClr>
              <a:buSzPts val="1900"/>
              <a:buNone/>
              <a:defRPr sz="1900"/>
            </a:lvl1pPr>
            <a:lvl2pPr indent="-228600" lvl="1" marL="914400" algn="l">
              <a:spcBef>
                <a:spcPts val="320"/>
              </a:spcBef>
              <a:spcAft>
                <a:spcPts val="0"/>
              </a:spcAft>
              <a:buClr>
                <a:schemeClr val="dk1"/>
              </a:buClr>
              <a:buSzPts val="1600"/>
              <a:buNone/>
              <a:defRPr sz="1600"/>
            </a:lvl2pPr>
            <a:lvl3pPr indent="-228600" lvl="2" marL="1371600" algn="l">
              <a:spcBef>
                <a:spcPts val="260"/>
              </a:spcBef>
              <a:spcAft>
                <a:spcPts val="0"/>
              </a:spcAft>
              <a:buClr>
                <a:schemeClr val="dk1"/>
              </a:buClr>
              <a:buSzPts val="1300"/>
              <a:buNone/>
              <a:defRPr sz="1300"/>
            </a:lvl3pPr>
            <a:lvl4pPr indent="-228600" lvl="3" marL="1828800" algn="l">
              <a:spcBef>
                <a:spcPts val="240"/>
              </a:spcBef>
              <a:spcAft>
                <a:spcPts val="0"/>
              </a:spcAft>
              <a:buClr>
                <a:schemeClr val="dk1"/>
              </a:buClr>
              <a:buSzPts val="1200"/>
              <a:buNone/>
              <a:defRPr sz="1200"/>
            </a:lvl4pPr>
            <a:lvl5pPr indent="-228600" lvl="4" marL="2286000" algn="l">
              <a:spcBef>
                <a:spcPts val="240"/>
              </a:spcBef>
              <a:spcAft>
                <a:spcPts val="0"/>
              </a:spcAft>
              <a:buClr>
                <a:schemeClr val="dk1"/>
              </a:buClr>
              <a:buSzPts val="1200"/>
              <a:buNone/>
              <a:defRPr sz="1200"/>
            </a:lvl5pPr>
            <a:lvl6pPr indent="-228600" lvl="5" marL="2743200" algn="l">
              <a:spcBef>
                <a:spcPts val="240"/>
              </a:spcBef>
              <a:spcAft>
                <a:spcPts val="0"/>
              </a:spcAft>
              <a:buClr>
                <a:schemeClr val="dk1"/>
              </a:buClr>
              <a:buSzPts val="1200"/>
              <a:buNone/>
              <a:defRPr sz="1200"/>
            </a:lvl6pPr>
            <a:lvl7pPr indent="-228600" lvl="6" marL="3200400" algn="l">
              <a:spcBef>
                <a:spcPts val="240"/>
              </a:spcBef>
              <a:spcAft>
                <a:spcPts val="0"/>
              </a:spcAft>
              <a:buClr>
                <a:schemeClr val="dk1"/>
              </a:buClr>
              <a:buSzPts val="1200"/>
              <a:buNone/>
              <a:defRPr sz="1200"/>
            </a:lvl7pPr>
            <a:lvl8pPr indent="-228600" lvl="7" marL="3657600" algn="l">
              <a:spcBef>
                <a:spcPts val="240"/>
              </a:spcBef>
              <a:spcAft>
                <a:spcPts val="0"/>
              </a:spcAft>
              <a:buClr>
                <a:schemeClr val="dk1"/>
              </a:buClr>
              <a:buSzPts val="1200"/>
              <a:buNone/>
              <a:defRPr sz="1200"/>
            </a:lvl8pPr>
            <a:lvl9pPr indent="-228600" lvl="8" marL="4114800" algn="l">
              <a:spcBef>
                <a:spcPts val="240"/>
              </a:spcBef>
              <a:spcAft>
                <a:spcPts val="0"/>
              </a:spcAft>
              <a:buClr>
                <a:schemeClr val="dk1"/>
              </a:buClr>
              <a:buSzPts val="1200"/>
              <a:buNone/>
              <a:defRPr sz="1200"/>
            </a:lvl9pPr>
          </a:lstStyle>
          <a:p/>
        </p:txBody>
      </p:sp>
      <p:sp>
        <p:nvSpPr>
          <p:cNvPr id="74" name="Google Shape;74;p69"/>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69"/>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69"/>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7" name="Shape 77"/>
        <p:cNvGrpSpPr/>
        <p:nvPr/>
      </p:nvGrpSpPr>
      <p:grpSpPr>
        <a:xfrm>
          <a:off x="0" y="0"/>
          <a:ext cx="0" cy="0"/>
          <a:chOff x="0" y="0"/>
          <a:chExt cx="0" cy="0"/>
        </a:xfrm>
      </p:grpSpPr>
      <p:sp>
        <p:nvSpPr>
          <p:cNvPr id="78" name="Google Shape;78;p70"/>
          <p:cNvSpPr txBox="1"/>
          <p:nvPr>
            <p:ph type="title"/>
          </p:nvPr>
        </p:nvSpPr>
        <p:spPr>
          <a:xfrm>
            <a:off x="2389095" y="4800600"/>
            <a:ext cx="7313295" cy="566739"/>
          </a:xfrm>
          <a:prstGeom prst="rect">
            <a:avLst/>
          </a:prstGeom>
          <a:noFill/>
          <a:ln>
            <a:noFill/>
          </a:ln>
        </p:spPr>
        <p:txBody>
          <a:bodyPr anchorCtr="0" anchor="b" bIns="60925" lIns="121875" spcFirstLastPara="1" rIns="121875" wrap="square" tIns="60925">
            <a:normAutofit/>
          </a:bodyPr>
          <a:lstStyle>
            <a:lvl1pPr lvl="0" algn="l">
              <a:spcBef>
                <a:spcPts val="0"/>
              </a:spcBef>
              <a:spcAft>
                <a:spcPts val="0"/>
              </a:spcAft>
              <a:buClr>
                <a:schemeClr val="dk1"/>
              </a:buClr>
              <a:buSzPts val="2700"/>
              <a:buFont typeface="Calibri"/>
              <a:buNone/>
              <a:defRPr b="1" sz="27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70"/>
          <p:cNvSpPr/>
          <p:nvPr>
            <p:ph idx="2" type="pic"/>
          </p:nvPr>
        </p:nvSpPr>
        <p:spPr>
          <a:xfrm>
            <a:off x="2389095" y="612775"/>
            <a:ext cx="7313295" cy="4114800"/>
          </a:xfrm>
          <a:prstGeom prst="rect">
            <a:avLst/>
          </a:prstGeom>
          <a:noFill/>
          <a:ln>
            <a:noFill/>
          </a:ln>
        </p:spPr>
        <p:txBody>
          <a:bodyPr anchorCtr="0" anchor="t" bIns="60925" lIns="121875" spcFirstLastPara="1" rIns="121875" wrap="square" tIns="60925">
            <a:normAutofit/>
          </a:bodyPr>
          <a:lstStyle>
            <a:lvl1pPr lvl="0" marR="0" rtl="0" algn="l">
              <a:spcBef>
                <a:spcPts val="860"/>
              </a:spcBef>
              <a:spcAft>
                <a:spcPts val="0"/>
              </a:spcAft>
              <a:buClr>
                <a:schemeClr val="dk1"/>
              </a:buClr>
              <a:buSzPts val="4300"/>
              <a:buFont typeface="Arial"/>
              <a:buNone/>
              <a:defRPr b="0" i="0" sz="4300" u="none" cap="none" strike="noStrike">
                <a:solidFill>
                  <a:schemeClr val="dk1"/>
                </a:solidFill>
                <a:latin typeface="Calibri"/>
                <a:ea typeface="Calibri"/>
                <a:cs typeface="Calibri"/>
                <a:sym typeface="Calibri"/>
              </a:defRPr>
            </a:lvl1pPr>
            <a:lvl2pPr lvl="1" marR="0" rtl="0" algn="l">
              <a:spcBef>
                <a:spcPts val="740"/>
              </a:spcBef>
              <a:spcAft>
                <a:spcPts val="0"/>
              </a:spcAft>
              <a:buClr>
                <a:schemeClr val="dk1"/>
              </a:buClr>
              <a:buSzPts val="3700"/>
              <a:buFont typeface="Arial"/>
              <a:buNone/>
              <a:defRPr b="0" i="0" sz="3700" u="none" cap="none" strike="noStrike">
                <a:solidFill>
                  <a:schemeClr val="dk1"/>
                </a:solidFill>
                <a:latin typeface="Calibri"/>
                <a:ea typeface="Calibri"/>
                <a:cs typeface="Calibri"/>
                <a:sym typeface="Calibri"/>
              </a:defRPr>
            </a:lvl2pPr>
            <a:lvl3pPr lvl="2" marR="0" rtl="0" algn="l">
              <a:spcBef>
                <a:spcPts val="64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3pPr>
            <a:lvl4pPr lvl="3" marR="0" rtl="0" algn="l">
              <a:spcBef>
                <a:spcPts val="540"/>
              </a:spcBef>
              <a:spcAft>
                <a:spcPts val="0"/>
              </a:spcAft>
              <a:buClr>
                <a:schemeClr val="dk1"/>
              </a:buClr>
              <a:buSzPts val="2700"/>
              <a:buFont typeface="Arial"/>
              <a:buNone/>
              <a:defRPr b="0" i="0" sz="2700" u="none" cap="none" strike="noStrike">
                <a:solidFill>
                  <a:schemeClr val="dk1"/>
                </a:solidFill>
                <a:latin typeface="Calibri"/>
                <a:ea typeface="Calibri"/>
                <a:cs typeface="Calibri"/>
                <a:sym typeface="Calibri"/>
              </a:defRPr>
            </a:lvl4pPr>
            <a:lvl5pPr lvl="4" marR="0" rtl="0" algn="l">
              <a:spcBef>
                <a:spcPts val="540"/>
              </a:spcBef>
              <a:spcAft>
                <a:spcPts val="0"/>
              </a:spcAft>
              <a:buClr>
                <a:schemeClr val="dk1"/>
              </a:buClr>
              <a:buSzPts val="2700"/>
              <a:buFont typeface="Arial"/>
              <a:buNone/>
              <a:defRPr b="0" i="0" sz="2700" u="none" cap="none" strike="noStrike">
                <a:solidFill>
                  <a:schemeClr val="dk1"/>
                </a:solidFill>
                <a:latin typeface="Calibri"/>
                <a:ea typeface="Calibri"/>
                <a:cs typeface="Calibri"/>
                <a:sym typeface="Calibri"/>
              </a:defRPr>
            </a:lvl5pPr>
            <a:lvl6pPr lvl="5" marR="0" rtl="0" algn="l">
              <a:spcBef>
                <a:spcPts val="540"/>
              </a:spcBef>
              <a:spcAft>
                <a:spcPts val="0"/>
              </a:spcAft>
              <a:buClr>
                <a:schemeClr val="dk1"/>
              </a:buClr>
              <a:buSzPts val="2700"/>
              <a:buFont typeface="Arial"/>
              <a:buNone/>
              <a:defRPr b="0" i="0" sz="2700" u="none" cap="none" strike="noStrike">
                <a:solidFill>
                  <a:schemeClr val="dk1"/>
                </a:solidFill>
                <a:latin typeface="Calibri"/>
                <a:ea typeface="Calibri"/>
                <a:cs typeface="Calibri"/>
                <a:sym typeface="Calibri"/>
              </a:defRPr>
            </a:lvl6pPr>
            <a:lvl7pPr lvl="6" marR="0" rtl="0" algn="l">
              <a:spcBef>
                <a:spcPts val="540"/>
              </a:spcBef>
              <a:spcAft>
                <a:spcPts val="0"/>
              </a:spcAft>
              <a:buClr>
                <a:schemeClr val="dk1"/>
              </a:buClr>
              <a:buSzPts val="2700"/>
              <a:buFont typeface="Arial"/>
              <a:buNone/>
              <a:defRPr b="0" i="0" sz="2700" u="none" cap="none" strike="noStrike">
                <a:solidFill>
                  <a:schemeClr val="dk1"/>
                </a:solidFill>
                <a:latin typeface="Calibri"/>
                <a:ea typeface="Calibri"/>
                <a:cs typeface="Calibri"/>
                <a:sym typeface="Calibri"/>
              </a:defRPr>
            </a:lvl7pPr>
            <a:lvl8pPr lvl="7" marR="0" rtl="0" algn="l">
              <a:spcBef>
                <a:spcPts val="540"/>
              </a:spcBef>
              <a:spcAft>
                <a:spcPts val="0"/>
              </a:spcAft>
              <a:buClr>
                <a:schemeClr val="dk1"/>
              </a:buClr>
              <a:buSzPts val="2700"/>
              <a:buFont typeface="Arial"/>
              <a:buNone/>
              <a:defRPr b="0" i="0" sz="2700" u="none" cap="none" strike="noStrike">
                <a:solidFill>
                  <a:schemeClr val="dk1"/>
                </a:solidFill>
                <a:latin typeface="Calibri"/>
                <a:ea typeface="Calibri"/>
                <a:cs typeface="Calibri"/>
                <a:sym typeface="Calibri"/>
              </a:defRPr>
            </a:lvl8pPr>
            <a:lvl9pPr lvl="8" marR="0" rtl="0" algn="l">
              <a:spcBef>
                <a:spcPts val="540"/>
              </a:spcBef>
              <a:spcAft>
                <a:spcPts val="0"/>
              </a:spcAft>
              <a:buClr>
                <a:schemeClr val="dk1"/>
              </a:buClr>
              <a:buSzPts val="2700"/>
              <a:buFont typeface="Arial"/>
              <a:buNone/>
              <a:defRPr b="0" i="0" sz="2700" u="none" cap="none" strike="noStrike">
                <a:solidFill>
                  <a:schemeClr val="dk1"/>
                </a:solidFill>
                <a:latin typeface="Calibri"/>
                <a:ea typeface="Calibri"/>
                <a:cs typeface="Calibri"/>
                <a:sym typeface="Calibri"/>
              </a:defRPr>
            </a:lvl9pPr>
          </a:lstStyle>
          <a:p/>
        </p:txBody>
      </p:sp>
      <p:sp>
        <p:nvSpPr>
          <p:cNvPr id="80" name="Google Shape;80;p70"/>
          <p:cNvSpPr txBox="1"/>
          <p:nvPr>
            <p:ph idx="1" type="body"/>
          </p:nvPr>
        </p:nvSpPr>
        <p:spPr>
          <a:xfrm>
            <a:off x="2389095" y="5367338"/>
            <a:ext cx="7313295" cy="804863"/>
          </a:xfrm>
          <a:prstGeom prst="rect">
            <a:avLst/>
          </a:prstGeom>
          <a:noFill/>
          <a:ln>
            <a:noFill/>
          </a:ln>
        </p:spPr>
        <p:txBody>
          <a:bodyPr anchorCtr="0" anchor="t" bIns="60925" lIns="121875" spcFirstLastPara="1" rIns="121875" wrap="square" tIns="60925">
            <a:normAutofit/>
          </a:bodyPr>
          <a:lstStyle>
            <a:lvl1pPr indent="-228600" lvl="0" marL="457200" algn="l">
              <a:spcBef>
                <a:spcPts val="380"/>
              </a:spcBef>
              <a:spcAft>
                <a:spcPts val="0"/>
              </a:spcAft>
              <a:buClr>
                <a:schemeClr val="dk1"/>
              </a:buClr>
              <a:buSzPts val="1900"/>
              <a:buNone/>
              <a:defRPr sz="1900"/>
            </a:lvl1pPr>
            <a:lvl2pPr indent="-228600" lvl="1" marL="914400" algn="l">
              <a:spcBef>
                <a:spcPts val="320"/>
              </a:spcBef>
              <a:spcAft>
                <a:spcPts val="0"/>
              </a:spcAft>
              <a:buClr>
                <a:schemeClr val="dk1"/>
              </a:buClr>
              <a:buSzPts val="1600"/>
              <a:buNone/>
              <a:defRPr sz="1600"/>
            </a:lvl2pPr>
            <a:lvl3pPr indent="-228600" lvl="2" marL="1371600" algn="l">
              <a:spcBef>
                <a:spcPts val="260"/>
              </a:spcBef>
              <a:spcAft>
                <a:spcPts val="0"/>
              </a:spcAft>
              <a:buClr>
                <a:schemeClr val="dk1"/>
              </a:buClr>
              <a:buSzPts val="1300"/>
              <a:buNone/>
              <a:defRPr sz="1300"/>
            </a:lvl3pPr>
            <a:lvl4pPr indent="-228600" lvl="3" marL="1828800" algn="l">
              <a:spcBef>
                <a:spcPts val="240"/>
              </a:spcBef>
              <a:spcAft>
                <a:spcPts val="0"/>
              </a:spcAft>
              <a:buClr>
                <a:schemeClr val="dk1"/>
              </a:buClr>
              <a:buSzPts val="1200"/>
              <a:buNone/>
              <a:defRPr sz="1200"/>
            </a:lvl4pPr>
            <a:lvl5pPr indent="-228600" lvl="4" marL="2286000" algn="l">
              <a:spcBef>
                <a:spcPts val="240"/>
              </a:spcBef>
              <a:spcAft>
                <a:spcPts val="0"/>
              </a:spcAft>
              <a:buClr>
                <a:schemeClr val="dk1"/>
              </a:buClr>
              <a:buSzPts val="1200"/>
              <a:buNone/>
              <a:defRPr sz="1200"/>
            </a:lvl5pPr>
            <a:lvl6pPr indent="-228600" lvl="5" marL="2743200" algn="l">
              <a:spcBef>
                <a:spcPts val="240"/>
              </a:spcBef>
              <a:spcAft>
                <a:spcPts val="0"/>
              </a:spcAft>
              <a:buClr>
                <a:schemeClr val="dk1"/>
              </a:buClr>
              <a:buSzPts val="1200"/>
              <a:buNone/>
              <a:defRPr sz="1200"/>
            </a:lvl6pPr>
            <a:lvl7pPr indent="-228600" lvl="6" marL="3200400" algn="l">
              <a:spcBef>
                <a:spcPts val="240"/>
              </a:spcBef>
              <a:spcAft>
                <a:spcPts val="0"/>
              </a:spcAft>
              <a:buClr>
                <a:schemeClr val="dk1"/>
              </a:buClr>
              <a:buSzPts val="1200"/>
              <a:buNone/>
              <a:defRPr sz="1200"/>
            </a:lvl7pPr>
            <a:lvl8pPr indent="-228600" lvl="7" marL="3657600" algn="l">
              <a:spcBef>
                <a:spcPts val="240"/>
              </a:spcBef>
              <a:spcAft>
                <a:spcPts val="0"/>
              </a:spcAft>
              <a:buClr>
                <a:schemeClr val="dk1"/>
              </a:buClr>
              <a:buSzPts val="1200"/>
              <a:buNone/>
              <a:defRPr sz="1200"/>
            </a:lvl8pPr>
            <a:lvl9pPr indent="-228600" lvl="8" marL="4114800" algn="l">
              <a:spcBef>
                <a:spcPts val="240"/>
              </a:spcBef>
              <a:spcAft>
                <a:spcPts val="0"/>
              </a:spcAft>
              <a:buClr>
                <a:schemeClr val="dk1"/>
              </a:buClr>
              <a:buSzPts val="1200"/>
              <a:buNone/>
              <a:defRPr sz="1200"/>
            </a:lvl9pPr>
          </a:lstStyle>
          <a:p/>
        </p:txBody>
      </p:sp>
      <p:sp>
        <p:nvSpPr>
          <p:cNvPr id="81" name="Google Shape;81;p70"/>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70"/>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70"/>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4" name="Shape 84"/>
        <p:cNvGrpSpPr/>
        <p:nvPr/>
      </p:nvGrpSpPr>
      <p:grpSpPr>
        <a:xfrm>
          <a:off x="0" y="0"/>
          <a:ext cx="0" cy="0"/>
          <a:chOff x="0" y="0"/>
          <a:chExt cx="0" cy="0"/>
        </a:xfrm>
      </p:grpSpPr>
      <p:sp>
        <p:nvSpPr>
          <p:cNvPr id="85" name="Google Shape;85;p71"/>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71"/>
          <p:cNvSpPr txBox="1"/>
          <p:nvPr>
            <p:ph idx="1" type="body"/>
          </p:nvPr>
        </p:nvSpPr>
        <p:spPr>
          <a:xfrm rot="5400000">
            <a:off x="3600543" y="-1852677"/>
            <a:ext cx="4987739" cy="10969943"/>
          </a:xfrm>
          <a:prstGeom prst="rect">
            <a:avLst/>
          </a:prstGeom>
          <a:noFill/>
          <a:ln>
            <a:noFill/>
          </a:ln>
        </p:spPr>
        <p:txBody>
          <a:bodyPr anchorCtr="0" anchor="t" bIns="60925" lIns="121875" spcFirstLastPara="1" rIns="121875" wrap="square" tIns="60925">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7" name="Google Shape;87;p71"/>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71"/>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71"/>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0" name="Shape 90"/>
        <p:cNvGrpSpPr/>
        <p:nvPr/>
      </p:nvGrpSpPr>
      <p:grpSpPr>
        <a:xfrm>
          <a:off x="0" y="0"/>
          <a:ext cx="0" cy="0"/>
          <a:chOff x="0" y="0"/>
          <a:chExt cx="0" cy="0"/>
        </a:xfrm>
      </p:grpSpPr>
      <p:sp>
        <p:nvSpPr>
          <p:cNvPr id="91" name="Google Shape;91;p72"/>
          <p:cNvSpPr txBox="1"/>
          <p:nvPr>
            <p:ph type="title"/>
          </p:nvPr>
        </p:nvSpPr>
        <p:spPr>
          <a:xfrm rot="5400000">
            <a:off x="7282379" y="1829159"/>
            <a:ext cx="5851525" cy="2742486"/>
          </a:xfrm>
          <a:prstGeom prst="rect">
            <a:avLst/>
          </a:prstGeom>
          <a:noFill/>
          <a:ln>
            <a:noFill/>
          </a:ln>
        </p:spPr>
        <p:txBody>
          <a:bodyPr anchorCtr="0" anchor="ctr" bIns="60925" lIns="121875" spcFirstLastPara="1" rIns="121875" wrap="square" tIns="60925">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72"/>
          <p:cNvSpPr txBox="1"/>
          <p:nvPr>
            <p:ph idx="1" type="body"/>
          </p:nvPr>
        </p:nvSpPr>
        <p:spPr>
          <a:xfrm rot="5400000">
            <a:off x="1695833" y="-811754"/>
            <a:ext cx="5851525" cy="8024310"/>
          </a:xfrm>
          <a:prstGeom prst="rect">
            <a:avLst/>
          </a:prstGeom>
          <a:noFill/>
          <a:ln>
            <a:noFill/>
          </a:ln>
        </p:spPr>
        <p:txBody>
          <a:bodyPr anchorCtr="0" anchor="t" bIns="60925" lIns="121875" spcFirstLastPara="1" rIns="121875" wrap="square" tIns="60925">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3" name="Google Shape;93;p72"/>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72"/>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72"/>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81000">
              <a:srgbClr val="EEEEEE"/>
            </a:gs>
            <a:gs pos="100000">
              <a:srgbClr val="D8D8D8"/>
            </a:gs>
          </a:gsLst>
          <a:path path="circle">
            <a:fillToRect b="50%" l="50%" r="50%" t="50%"/>
          </a:path>
          <a:tileRect/>
        </a:gradFill>
      </p:bgPr>
    </p:bg>
    <p:spTree>
      <p:nvGrpSpPr>
        <p:cNvPr id="9" name="Shape 9"/>
        <p:cNvGrpSpPr/>
        <p:nvPr/>
      </p:nvGrpSpPr>
      <p:grpSpPr>
        <a:xfrm>
          <a:off x="0" y="0"/>
          <a:ext cx="0" cy="0"/>
          <a:chOff x="0" y="0"/>
          <a:chExt cx="0" cy="0"/>
        </a:xfrm>
      </p:grpSpPr>
      <p:sp>
        <p:nvSpPr>
          <p:cNvPr id="10" name="Google Shape;10;p59"/>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lvl1pPr lvl="0" marR="0" rtl="0" algn="l">
              <a:spcBef>
                <a:spcPts val="0"/>
              </a:spcBef>
              <a:spcAft>
                <a:spcPts val="0"/>
              </a:spcAft>
              <a:buClr>
                <a:schemeClr val="dk1"/>
              </a:buClr>
              <a:buSzPts val="3600"/>
              <a:buFont typeface="Calibri"/>
              <a:buNone/>
              <a:defRPr b="0" i="0" sz="36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9"/>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lvl1pPr indent="-457200" lvl="0" marL="457200" marR="0" rtl="0" algn="l">
              <a:spcBef>
                <a:spcPts val="72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1pPr>
            <a:lvl2pPr indent="-431800" lvl="1" marL="9144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400050" lvl="5" marL="2743200" marR="0" rtl="0" algn="l">
              <a:spcBef>
                <a:spcPts val="54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spcBef>
                <a:spcPts val="54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spcBef>
                <a:spcPts val="54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spcBef>
                <a:spcPts val="54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2" name="Google Shape;12;p59"/>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marR="0" rtl="0" algn="l">
              <a:spcBef>
                <a:spcPts val="0"/>
              </a:spcBef>
              <a:spcAft>
                <a:spcPts val="0"/>
              </a:spcAft>
              <a:buSzPts val="1400"/>
              <a:buNone/>
              <a:defRPr b="0" i="0" sz="16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13" name="Google Shape;13;p59"/>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marR="0" rtl="0" algn="ctr">
              <a:spcBef>
                <a:spcPts val="0"/>
              </a:spcBef>
              <a:spcAft>
                <a:spcPts val="0"/>
              </a:spcAft>
              <a:buSzPts val="1400"/>
              <a:buNone/>
              <a:defRPr b="0" i="0" sz="16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14" name="Google Shape;14;p59"/>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marR="0" rtl="0" algn="r">
              <a:spcBef>
                <a:spcPts val="0"/>
              </a:spcBef>
              <a:buNone/>
              <a:defRPr b="0" i="0" sz="1600" u="none" cap="none" strike="noStrike">
                <a:solidFill>
                  <a:srgbClr val="888888"/>
                </a:solidFill>
                <a:latin typeface="Calibri"/>
                <a:ea typeface="Calibri"/>
                <a:cs typeface="Calibri"/>
                <a:sym typeface="Calibri"/>
              </a:defRPr>
            </a:lvl1pPr>
            <a:lvl2pPr indent="0" lvl="1" marL="0" marR="0" rtl="0" algn="r">
              <a:spcBef>
                <a:spcPts val="0"/>
              </a:spcBef>
              <a:buNone/>
              <a:defRPr b="0" i="0" sz="1600" u="none" cap="none" strike="noStrike">
                <a:solidFill>
                  <a:srgbClr val="888888"/>
                </a:solidFill>
                <a:latin typeface="Calibri"/>
                <a:ea typeface="Calibri"/>
                <a:cs typeface="Calibri"/>
                <a:sym typeface="Calibri"/>
              </a:defRPr>
            </a:lvl2pPr>
            <a:lvl3pPr indent="0" lvl="2" marL="0" marR="0" rtl="0" algn="r">
              <a:spcBef>
                <a:spcPts val="0"/>
              </a:spcBef>
              <a:buNone/>
              <a:defRPr b="0" i="0" sz="1600" u="none" cap="none" strike="noStrike">
                <a:solidFill>
                  <a:srgbClr val="888888"/>
                </a:solidFill>
                <a:latin typeface="Calibri"/>
                <a:ea typeface="Calibri"/>
                <a:cs typeface="Calibri"/>
                <a:sym typeface="Calibri"/>
              </a:defRPr>
            </a:lvl3pPr>
            <a:lvl4pPr indent="0" lvl="3" marL="0" marR="0" rtl="0" algn="r">
              <a:spcBef>
                <a:spcPts val="0"/>
              </a:spcBef>
              <a:buNone/>
              <a:defRPr b="0" i="0" sz="1600" u="none" cap="none" strike="noStrike">
                <a:solidFill>
                  <a:srgbClr val="888888"/>
                </a:solidFill>
                <a:latin typeface="Calibri"/>
                <a:ea typeface="Calibri"/>
                <a:cs typeface="Calibri"/>
                <a:sym typeface="Calibri"/>
              </a:defRPr>
            </a:lvl4pPr>
            <a:lvl5pPr indent="0" lvl="4" marL="0" marR="0" rtl="0" algn="r">
              <a:spcBef>
                <a:spcPts val="0"/>
              </a:spcBef>
              <a:buNone/>
              <a:defRPr b="0" i="0" sz="1600" u="none" cap="none" strike="noStrike">
                <a:solidFill>
                  <a:srgbClr val="888888"/>
                </a:solidFill>
                <a:latin typeface="Calibri"/>
                <a:ea typeface="Calibri"/>
                <a:cs typeface="Calibri"/>
                <a:sym typeface="Calibri"/>
              </a:defRPr>
            </a:lvl5pPr>
            <a:lvl6pPr indent="0" lvl="5" marL="0" marR="0" rtl="0" algn="r">
              <a:spcBef>
                <a:spcPts val="0"/>
              </a:spcBef>
              <a:buNone/>
              <a:defRPr b="0" i="0" sz="1600" u="none" cap="none" strike="noStrike">
                <a:solidFill>
                  <a:srgbClr val="888888"/>
                </a:solidFill>
                <a:latin typeface="Calibri"/>
                <a:ea typeface="Calibri"/>
                <a:cs typeface="Calibri"/>
                <a:sym typeface="Calibri"/>
              </a:defRPr>
            </a:lvl6pPr>
            <a:lvl7pPr indent="0" lvl="6" marL="0" marR="0" rtl="0" algn="r">
              <a:spcBef>
                <a:spcPts val="0"/>
              </a:spcBef>
              <a:buNone/>
              <a:defRPr b="0" i="0" sz="1600" u="none" cap="none" strike="noStrike">
                <a:solidFill>
                  <a:srgbClr val="888888"/>
                </a:solidFill>
                <a:latin typeface="Calibri"/>
                <a:ea typeface="Calibri"/>
                <a:cs typeface="Calibri"/>
                <a:sym typeface="Calibri"/>
              </a:defRPr>
            </a:lvl7pPr>
            <a:lvl8pPr indent="0" lvl="7" marL="0" marR="0" rtl="0" algn="r">
              <a:spcBef>
                <a:spcPts val="0"/>
              </a:spcBef>
              <a:buNone/>
              <a:defRPr b="0" i="0" sz="1600" u="none" cap="none" strike="noStrike">
                <a:solidFill>
                  <a:srgbClr val="888888"/>
                </a:solidFill>
                <a:latin typeface="Calibri"/>
                <a:ea typeface="Calibri"/>
                <a:cs typeface="Calibri"/>
                <a:sym typeface="Calibri"/>
              </a:defRPr>
            </a:lvl8pPr>
            <a:lvl9pPr indent="0" lvl="8" marL="0" marR="0" rtl="0" algn="r">
              <a:spcBef>
                <a:spcPts val="0"/>
              </a:spcBef>
              <a:buNone/>
              <a:defRPr b="0" i="0" sz="1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0" Type="http://schemas.openxmlformats.org/officeDocument/2006/relationships/image" Target="../media/image9.png"/><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16.png"/><Relationship Id="rId9"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5.png"/><Relationship Id="rId7" Type="http://schemas.openxmlformats.org/officeDocument/2006/relationships/image" Target="../media/image11.png"/><Relationship Id="rId8"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0" Type="http://schemas.openxmlformats.org/officeDocument/2006/relationships/image" Target="../media/image9.png"/><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image" Target="../media/image16.png"/><Relationship Id="rId9"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5.png"/><Relationship Id="rId7" Type="http://schemas.openxmlformats.org/officeDocument/2006/relationships/image" Target="../media/image11.png"/><Relationship Id="rId8"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4.png"/><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2.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2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9" name="Shape 99"/>
        <p:cNvGrpSpPr/>
        <p:nvPr/>
      </p:nvGrpSpPr>
      <p:grpSpPr>
        <a:xfrm>
          <a:off x="0" y="0"/>
          <a:ext cx="0" cy="0"/>
          <a:chOff x="0" y="0"/>
          <a:chExt cx="0" cy="0"/>
        </a:xfrm>
      </p:grpSpPr>
      <p:sp>
        <p:nvSpPr>
          <p:cNvPr id="100" name="Google Shape;100;p1"/>
          <p:cNvSpPr/>
          <p:nvPr/>
        </p:nvSpPr>
        <p:spPr>
          <a:xfrm>
            <a:off x="0" y="4495800"/>
            <a:ext cx="12188825" cy="2438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Calibri"/>
              <a:ea typeface="Calibri"/>
              <a:cs typeface="Calibri"/>
              <a:sym typeface="Calibri"/>
            </a:endParaRPr>
          </a:p>
        </p:txBody>
      </p:sp>
      <p:sp>
        <p:nvSpPr>
          <p:cNvPr id="101" name="Google Shape;101;p1"/>
          <p:cNvSpPr/>
          <p:nvPr/>
        </p:nvSpPr>
        <p:spPr>
          <a:xfrm>
            <a:off x="0" y="1296067"/>
            <a:ext cx="12190412" cy="3123533"/>
          </a:xfrm>
          <a:custGeom>
            <a:rect b="b" l="l" r="r" t="t"/>
            <a:pathLst>
              <a:path extrusionOk="0" h="1954" w="7626">
                <a:moveTo>
                  <a:pt x="6823" y="1604"/>
                </a:moveTo>
                <a:lnTo>
                  <a:pt x="6784" y="1623"/>
                </a:lnTo>
                <a:lnTo>
                  <a:pt x="6851" y="1623"/>
                </a:lnTo>
                <a:lnTo>
                  <a:pt x="6851" y="1604"/>
                </a:lnTo>
                <a:lnTo>
                  <a:pt x="6823" y="1604"/>
                </a:lnTo>
                <a:close/>
                <a:moveTo>
                  <a:pt x="5866" y="1604"/>
                </a:moveTo>
                <a:lnTo>
                  <a:pt x="5866" y="1623"/>
                </a:lnTo>
                <a:lnTo>
                  <a:pt x="5889" y="1620"/>
                </a:lnTo>
                <a:lnTo>
                  <a:pt x="5889" y="1604"/>
                </a:lnTo>
                <a:lnTo>
                  <a:pt x="5866" y="1604"/>
                </a:lnTo>
                <a:close/>
                <a:moveTo>
                  <a:pt x="238" y="1581"/>
                </a:moveTo>
                <a:lnTo>
                  <a:pt x="238" y="1623"/>
                </a:lnTo>
                <a:lnTo>
                  <a:pt x="428" y="1623"/>
                </a:lnTo>
                <a:lnTo>
                  <a:pt x="425" y="1581"/>
                </a:lnTo>
                <a:lnTo>
                  <a:pt x="238" y="1581"/>
                </a:lnTo>
                <a:close/>
                <a:moveTo>
                  <a:pt x="3734" y="1578"/>
                </a:moveTo>
                <a:lnTo>
                  <a:pt x="3734" y="1623"/>
                </a:lnTo>
                <a:lnTo>
                  <a:pt x="4007" y="1623"/>
                </a:lnTo>
                <a:lnTo>
                  <a:pt x="4007" y="1578"/>
                </a:lnTo>
                <a:lnTo>
                  <a:pt x="3734" y="1578"/>
                </a:lnTo>
                <a:close/>
                <a:moveTo>
                  <a:pt x="5628" y="1507"/>
                </a:moveTo>
                <a:lnTo>
                  <a:pt x="5628" y="1555"/>
                </a:lnTo>
                <a:lnTo>
                  <a:pt x="5670" y="1555"/>
                </a:lnTo>
                <a:lnTo>
                  <a:pt x="5670" y="1507"/>
                </a:lnTo>
                <a:lnTo>
                  <a:pt x="5628" y="1507"/>
                </a:lnTo>
                <a:close/>
                <a:moveTo>
                  <a:pt x="5552" y="1507"/>
                </a:moveTo>
                <a:lnTo>
                  <a:pt x="5552" y="1548"/>
                </a:lnTo>
                <a:lnTo>
                  <a:pt x="5559" y="1548"/>
                </a:lnTo>
                <a:lnTo>
                  <a:pt x="5559" y="1551"/>
                </a:lnTo>
                <a:lnTo>
                  <a:pt x="5556" y="1551"/>
                </a:lnTo>
                <a:lnTo>
                  <a:pt x="5556" y="1553"/>
                </a:lnTo>
                <a:lnTo>
                  <a:pt x="5572" y="1553"/>
                </a:lnTo>
                <a:lnTo>
                  <a:pt x="5572" y="1555"/>
                </a:lnTo>
                <a:lnTo>
                  <a:pt x="5575" y="1555"/>
                </a:lnTo>
                <a:lnTo>
                  <a:pt x="5575" y="1548"/>
                </a:lnTo>
                <a:lnTo>
                  <a:pt x="5582" y="1548"/>
                </a:lnTo>
                <a:lnTo>
                  <a:pt x="5582" y="1555"/>
                </a:lnTo>
                <a:lnTo>
                  <a:pt x="5586" y="1555"/>
                </a:lnTo>
                <a:lnTo>
                  <a:pt x="5586" y="1507"/>
                </a:lnTo>
                <a:lnTo>
                  <a:pt x="5552" y="1507"/>
                </a:lnTo>
                <a:close/>
                <a:moveTo>
                  <a:pt x="5494" y="1507"/>
                </a:moveTo>
                <a:lnTo>
                  <a:pt x="5494" y="1548"/>
                </a:lnTo>
                <a:lnTo>
                  <a:pt x="5531" y="1548"/>
                </a:lnTo>
                <a:lnTo>
                  <a:pt x="5531" y="1555"/>
                </a:lnTo>
                <a:lnTo>
                  <a:pt x="5535" y="1555"/>
                </a:lnTo>
                <a:lnTo>
                  <a:pt x="5535" y="1507"/>
                </a:lnTo>
                <a:lnTo>
                  <a:pt x="5494" y="1507"/>
                </a:lnTo>
                <a:close/>
                <a:moveTo>
                  <a:pt x="5408" y="1507"/>
                </a:moveTo>
                <a:lnTo>
                  <a:pt x="5406" y="1539"/>
                </a:lnTo>
                <a:lnTo>
                  <a:pt x="5431" y="1539"/>
                </a:lnTo>
                <a:lnTo>
                  <a:pt x="5431" y="1548"/>
                </a:lnTo>
                <a:lnTo>
                  <a:pt x="5466" y="1548"/>
                </a:lnTo>
                <a:lnTo>
                  <a:pt x="5466" y="1507"/>
                </a:lnTo>
                <a:lnTo>
                  <a:pt x="5408" y="1507"/>
                </a:lnTo>
                <a:close/>
                <a:moveTo>
                  <a:pt x="4930" y="1497"/>
                </a:moveTo>
                <a:lnTo>
                  <a:pt x="4909" y="1520"/>
                </a:lnTo>
                <a:lnTo>
                  <a:pt x="4911" y="1523"/>
                </a:lnTo>
                <a:lnTo>
                  <a:pt x="4911" y="1609"/>
                </a:lnTo>
                <a:lnTo>
                  <a:pt x="4976" y="1609"/>
                </a:lnTo>
                <a:lnTo>
                  <a:pt x="4967" y="1618"/>
                </a:lnTo>
                <a:lnTo>
                  <a:pt x="5018" y="1618"/>
                </a:lnTo>
                <a:lnTo>
                  <a:pt x="5008" y="1611"/>
                </a:lnTo>
                <a:lnTo>
                  <a:pt x="5008" y="1609"/>
                </a:lnTo>
                <a:lnTo>
                  <a:pt x="5064" y="1609"/>
                </a:lnTo>
                <a:lnTo>
                  <a:pt x="5064" y="1523"/>
                </a:lnTo>
                <a:lnTo>
                  <a:pt x="5066" y="1520"/>
                </a:lnTo>
                <a:lnTo>
                  <a:pt x="5045" y="1497"/>
                </a:lnTo>
                <a:lnTo>
                  <a:pt x="4930" y="1497"/>
                </a:lnTo>
                <a:close/>
                <a:moveTo>
                  <a:pt x="3024" y="1497"/>
                </a:moveTo>
                <a:lnTo>
                  <a:pt x="2987" y="1504"/>
                </a:lnTo>
                <a:lnTo>
                  <a:pt x="2953" y="1523"/>
                </a:lnTo>
                <a:lnTo>
                  <a:pt x="2925" y="1551"/>
                </a:lnTo>
                <a:lnTo>
                  <a:pt x="2957" y="1551"/>
                </a:lnTo>
                <a:lnTo>
                  <a:pt x="2957" y="1553"/>
                </a:lnTo>
                <a:lnTo>
                  <a:pt x="2946" y="1553"/>
                </a:lnTo>
                <a:lnTo>
                  <a:pt x="2946" y="1590"/>
                </a:lnTo>
                <a:lnTo>
                  <a:pt x="2974" y="1590"/>
                </a:lnTo>
                <a:lnTo>
                  <a:pt x="3080" y="1599"/>
                </a:lnTo>
                <a:lnTo>
                  <a:pt x="3080" y="1623"/>
                </a:lnTo>
                <a:lnTo>
                  <a:pt x="3168" y="1623"/>
                </a:lnTo>
                <a:lnTo>
                  <a:pt x="3156" y="1595"/>
                </a:lnTo>
                <a:lnTo>
                  <a:pt x="3138" y="1567"/>
                </a:lnTo>
                <a:lnTo>
                  <a:pt x="3115" y="1539"/>
                </a:lnTo>
                <a:lnTo>
                  <a:pt x="3089" y="1518"/>
                </a:lnTo>
                <a:lnTo>
                  <a:pt x="3057" y="1502"/>
                </a:lnTo>
                <a:lnTo>
                  <a:pt x="3024" y="1497"/>
                </a:lnTo>
                <a:close/>
                <a:moveTo>
                  <a:pt x="4768" y="1488"/>
                </a:moveTo>
                <a:lnTo>
                  <a:pt x="4761" y="1490"/>
                </a:lnTo>
                <a:lnTo>
                  <a:pt x="4779" y="1490"/>
                </a:lnTo>
                <a:lnTo>
                  <a:pt x="4782" y="1618"/>
                </a:lnTo>
                <a:lnTo>
                  <a:pt x="4823" y="1618"/>
                </a:lnTo>
                <a:lnTo>
                  <a:pt x="4826" y="1502"/>
                </a:lnTo>
                <a:lnTo>
                  <a:pt x="4830" y="1502"/>
                </a:lnTo>
                <a:lnTo>
                  <a:pt x="4819" y="1488"/>
                </a:lnTo>
                <a:lnTo>
                  <a:pt x="4768" y="1488"/>
                </a:lnTo>
                <a:close/>
                <a:moveTo>
                  <a:pt x="5628" y="1442"/>
                </a:moveTo>
                <a:lnTo>
                  <a:pt x="5628" y="1490"/>
                </a:lnTo>
                <a:lnTo>
                  <a:pt x="5670" y="1490"/>
                </a:lnTo>
                <a:lnTo>
                  <a:pt x="5670" y="1442"/>
                </a:lnTo>
                <a:lnTo>
                  <a:pt x="5628" y="1442"/>
                </a:lnTo>
                <a:close/>
                <a:moveTo>
                  <a:pt x="5552" y="1442"/>
                </a:moveTo>
                <a:lnTo>
                  <a:pt x="5552" y="1490"/>
                </a:lnTo>
                <a:lnTo>
                  <a:pt x="5586" y="1490"/>
                </a:lnTo>
                <a:lnTo>
                  <a:pt x="5586" y="1442"/>
                </a:lnTo>
                <a:lnTo>
                  <a:pt x="5552" y="1442"/>
                </a:lnTo>
                <a:close/>
                <a:moveTo>
                  <a:pt x="5494" y="1442"/>
                </a:moveTo>
                <a:lnTo>
                  <a:pt x="5494" y="1490"/>
                </a:lnTo>
                <a:lnTo>
                  <a:pt x="5535" y="1490"/>
                </a:lnTo>
                <a:lnTo>
                  <a:pt x="5535" y="1442"/>
                </a:lnTo>
                <a:lnTo>
                  <a:pt x="5494" y="1442"/>
                </a:lnTo>
                <a:close/>
                <a:moveTo>
                  <a:pt x="5408" y="1442"/>
                </a:moveTo>
                <a:lnTo>
                  <a:pt x="5408" y="1490"/>
                </a:lnTo>
                <a:lnTo>
                  <a:pt x="5466" y="1490"/>
                </a:lnTo>
                <a:lnTo>
                  <a:pt x="5466" y="1442"/>
                </a:lnTo>
                <a:lnTo>
                  <a:pt x="5408" y="1442"/>
                </a:lnTo>
                <a:close/>
                <a:moveTo>
                  <a:pt x="802" y="1430"/>
                </a:moveTo>
                <a:lnTo>
                  <a:pt x="802" y="1465"/>
                </a:lnTo>
                <a:lnTo>
                  <a:pt x="807" y="1465"/>
                </a:lnTo>
                <a:lnTo>
                  <a:pt x="807" y="1430"/>
                </a:lnTo>
                <a:lnTo>
                  <a:pt x="802" y="1430"/>
                </a:lnTo>
                <a:close/>
                <a:moveTo>
                  <a:pt x="710" y="1421"/>
                </a:moveTo>
                <a:lnTo>
                  <a:pt x="710" y="1432"/>
                </a:lnTo>
                <a:lnTo>
                  <a:pt x="708" y="1432"/>
                </a:lnTo>
                <a:lnTo>
                  <a:pt x="708" y="1465"/>
                </a:lnTo>
                <a:lnTo>
                  <a:pt x="712" y="1465"/>
                </a:lnTo>
                <a:lnTo>
                  <a:pt x="712" y="1421"/>
                </a:lnTo>
                <a:lnTo>
                  <a:pt x="710" y="1421"/>
                </a:lnTo>
                <a:close/>
                <a:moveTo>
                  <a:pt x="724" y="1411"/>
                </a:moveTo>
                <a:lnTo>
                  <a:pt x="724" y="1414"/>
                </a:lnTo>
                <a:lnTo>
                  <a:pt x="719" y="1418"/>
                </a:lnTo>
                <a:lnTo>
                  <a:pt x="719" y="1430"/>
                </a:lnTo>
                <a:lnTo>
                  <a:pt x="717" y="1430"/>
                </a:lnTo>
                <a:lnTo>
                  <a:pt x="717" y="1467"/>
                </a:lnTo>
                <a:lnTo>
                  <a:pt x="798" y="1465"/>
                </a:lnTo>
                <a:lnTo>
                  <a:pt x="798" y="1423"/>
                </a:lnTo>
                <a:lnTo>
                  <a:pt x="795" y="1423"/>
                </a:lnTo>
                <a:lnTo>
                  <a:pt x="795" y="1416"/>
                </a:lnTo>
                <a:lnTo>
                  <a:pt x="791" y="1411"/>
                </a:lnTo>
                <a:lnTo>
                  <a:pt x="779" y="1411"/>
                </a:lnTo>
                <a:lnTo>
                  <a:pt x="779" y="1414"/>
                </a:lnTo>
                <a:lnTo>
                  <a:pt x="777" y="1416"/>
                </a:lnTo>
                <a:lnTo>
                  <a:pt x="777" y="1423"/>
                </a:lnTo>
                <a:lnTo>
                  <a:pt x="772" y="1423"/>
                </a:lnTo>
                <a:lnTo>
                  <a:pt x="772" y="1425"/>
                </a:lnTo>
                <a:lnTo>
                  <a:pt x="770" y="1425"/>
                </a:lnTo>
                <a:lnTo>
                  <a:pt x="770" y="1418"/>
                </a:lnTo>
                <a:lnTo>
                  <a:pt x="765" y="1414"/>
                </a:lnTo>
                <a:lnTo>
                  <a:pt x="763" y="1414"/>
                </a:lnTo>
                <a:lnTo>
                  <a:pt x="763" y="1411"/>
                </a:lnTo>
                <a:lnTo>
                  <a:pt x="754" y="1411"/>
                </a:lnTo>
                <a:lnTo>
                  <a:pt x="751" y="1414"/>
                </a:lnTo>
                <a:lnTo>
                  <a:pt x="749" y="1414"/>
                </a:lnTo>
                <a:lnTo>
                  <a:pt x="749" y="1416"/>
                </a:lnTo>
                <a:lnTo>
                  <a:pt x="747" y="1416"/>
                </a:lnTo>
                <a:lnTo>
                  <a:pt x="747" y="1421"/>
                </a:lnTo>
                <a:lnTo>
                  <a:pt x="745" y="1423"/>
                </a:lnTo>
                <a:lnTo>
                  <a:pt x="745" y="1425"/>
                </a:lnTo>
                <a:lnTo>
                  <a:pt x="742" y="1425"/>
                </a:lnTo>
                <a:lnTo>
                  <a:pt x="742" y="1423"/>
                </a:lnTo>
                <a:lnTo>
                  <a:pt x="738" y="1423"/>
                </a:lnTo>
                <a:lnTo>
                  <a:pt x="738" y="1414"/>
                </a:lnTo>
                <a:lnTo>
                  <a:pt x="735" y="1411"/>
                </a:lnTo>
                <a:lnTo>
                  <a:pt x="724" y="1411"/>
                </a:lnTo>
                <a:close/>
                <a:moveTo>
                  <a:pt x="5628" y="1379"/>
                </a:moveTo>
                <a:lnTo>
                  <a:pt x="5628" y="1423"/>
                </a:lnTo>
                <a:lnTo>
                  <a:pt x="5670" y="1423"/>
                </a:lnTo>
                <a:lnTo>
                  <a:pt x="5670" y="1379"/>
                </a:lnTo>
                <a:lnTo>
                  <a:pt x="5628" y="1379"/>
                </a:lnTo>
                <a:close/>
                <a:moveTo>
                  <a:pt x="5552" y="1377"/>
                </a:moveTo>
                <a:lnTo>
                  <a:pt x="5552" y="1423"/>
                </a:lnTo>
                <a:lnTo>
                  <a:pt x="5586" y="1423"/>
                </a:lnTo>
                <a:lnTo>
                  <a:pt x="5586" y="1379"/>
                </a:lnTo>
                <a:lnTo>
                  <a:pt x="5552" y="1377"/>
                </a:lnTo>
                <a:close/>
                <a:moveTo>
                  <a:pt x="5524" y="1377"/>
                </a:moveTo>
                <a:lnTo>
                  <a:pt x="5524" y="1379"/>
                </a:lnTo>
                <a:lnTo>
                  <a:pt x="5517" y="1388"/>
                </a:lnTo>
                <a:lnTo>
                  <a:pt x="5508" y="1395"/>
                </a:lnTo>
                <a:lnTo>
                  <a:pt x="5498" y="1397"/>
                </a:lnTo>
                <a:lnTo>
                  <a:pt x="5496" y="1400"/>
                </a:lnTo>
                <a:lnTo>
                  <a:pt x="5494" y="1400"/>
                </a:lnTo>
                <a:lnTo>
                  <a:pt x="5494" y="1423"/>
                </a:lnTo>
                <a:lnTo>
                  <a:pt x="5535" y="1423"/>
                </a:lnTo>
                <a:lnTo>
                  <a:pt x="5535" y="1377"/>
                </a:lnTo>
                <a:lnTo>
                  <a:pt x="5524" y="1377"/>
                </a:lnTo>
                <a:close/>
                <a:moveTo>
                  <a:pt x="5408" y="1377"/>
                </a:moveTo>
                <a:lnTo>
                  <a:pt x="5408" y="1421"/>
                </a:lnTo>
                <a:lnTo>
                  <a:pt x="5452" y="1423"/>
                </a:lnTo>
                <a:lnTo>
                  <a:pt x="5466" y="1423"/>
                </a:lnTo>
                <a:lnTo>
                  <a:pt x="5466" y="1393"/>
                </a:lnTo>
                <a:lnTo>
                  <a:pt x="5459" y="1388"/>
                </a:lnTo>
                <a:lnTo>
                  <a:pt x="5452" y="1379"/>
                </a:lnTo>
                <a:lnTo>
                  <a:pt x="5450" y="1377"/>
                </a:lnTo>
                <a:lnTo>
                  <a:pt x="5408" y="1377"/>
                </a:lnTo>
                <a:close/>
                <a:moveTo>
                  <a:pt x="2319" y="701"/>
                </a:moveTo>
                <a:lnTo>
                  <a:pt x="2319" y="745"/>
                </a:lnTo>
                <a:lnTo>
                  <a:pt x="2338" y="745"/>
                </a:lnTo>
                <a:lnTo>
                  <a:pt x="2338" y="701"/>
                </a:lnTo>
                <a:lnTo>
                  <a:pt x="2319" y="701"/>
                </a:lnTo>
                <a:close/>
                <a:moveTo>
                  <a:pt x="2141" y="701"/>
                </a:moveTo>
                <a:lnTo>
                  <a:pt x="2141" y="745"/>
                </a:lnTo>
                <a:lnTo>
                  <a:pt x="2155" y="745"/>
                </a:lnTo>
                <a:lnTo>
                  <a:pt x="2155" y="701"/>
                </a:lnTo>
                <a:lnTo>
                  <a:pt x="2141" y="701"/>
                </a:lnTo>
                <a:close/>
                <a:moveTo>
                  <a:pt x="2319" y="678"/>
                </a:moveTo>
                <a:lnTo>
                  <a:pt x="2319" y="690"/>
                </a:lnTo>
                <a:lnTo>
                  <a:pt x="2338" y="690"/>
                </a:lnTo>
                <a:lnTo>
                  <a:pt x="2338" y="678"/>
                </a:lnTo>
                <a:lnTo>
                  <a:pt x="2319" y="678"/>
                </a:lnTo>
                <a:close/>
                <a:moveTo>
                  <a:pt x="2141" y="678"/>
                </a:moveTo>
                <a:lnTo>
                  <a:pt x="2141" y="690"/>
                </a:lnTo>
                <a:lnTo>
                  <a:pt x="2155" y="690"/>
                </a:lnTo>
                <a:lnTo>
                  <a:pt x="2155" y="678"/>
                </a:lnTo>
                <a:lnTo>
                  <a:pt x="2141" y="678"/>
                </a:lnTo>
                <a:close/>
                <a:moveTo>
                  <a:pt x="4120" y="490"/>
                </a:moveTo>
                <a:lnTo>
                  <a:pt x="4100" y="502"/>
                </a:lnTo>
                <a:lnTo>
                  <a:pt x="4100" y="604"/>
                </a:lnTo>
                <a:lnTo>
                  <a:pt x="4120" y="604"/>
                </a:lnTo>
                <a:lnTo>
                  <a:pt x="4120" y="490"/>
                </a:lnTo>
                <a:close/>
                <a:moveTo>
                  <a:pt x="4525" y="488"/>
                </a:moveTo>
                <a:lnTo>
                  <a:pt x="4527" y="601"/>
                </a:lnTo>
                <a:lnTo>
                  <a:pt x="4539" y="601"/>
                </a:lnTo>
                <a:lnTo>
                  <a:pt x="4539" y="499"/>
                </a:lnTo>
                <a:lnTo>
                  <a:pt x="4525" y="488"/>
                </a:lnTo>
                <a:close/>
                <a:moveTo>
                  <a:pt x="4435" y="488"/>
                </a:moveTo>
                <a:lnTo>
                  <a:pt x="4412" y="499"/>
                </a:lnTo>
                <a:lnTo>
                  <a:pt x="4412" y="513"/>
                </a:lnTo>
                <a:lnTo>
                  <a:pt x="4414" y="601"/>
                </a:lnTo>
                <a:lnTo>
                  <a:pt x="4437" y="601"/>
                </a:lnTo>
                <a:lnTo>
                  <a:pt x="4435" y="488"/>
                </a:lnTo>
                <a:close/>
                <a:moveTo>
                  <a:pt x="4211" y="488"/>
                </a:moveTo>
                <a:lnTo>
                  <a:pt x="4211" y="601"/>
                </a:lnTo>
                <a:lnTo>
                  <a:pt x="4227" y="601"/>
                </a:lnTo>
                <a:lnTo>
                  <a:pt x="4227" y="502"/>
                </a:lnTo>
                <a:lnTo>
                  <a:pt x="4211" y="488"/>
                </a:lnTo>
                <a:close/>
                <a:moveTo>
                  <a:pt x="2236" y="0"/>
                </a:moveTo>
                <a:lnTo>
                  <a:pt x="2238" y="0"/>
                </a:lnTo>
                <a:lnTo>
                  <a:pt x="2238" y="3"/>
                </a:lnTo>
                <a:lnTo>
                  <a:pt x="2241" y="24"/>
                </a:lnTo>
                <a:lnTo>
                  <a:pt x="2241" y="147"/>
                </a:lnTo>
                <a:lnTo>
                  <a:pt x="2245" y="147"/>
                </a:lnTo>
                <a:lnTo>
                  <a:pt x="2245" y="151"/>
                </a:lnTo>
                <a:lnTo>
                  <a:pt x="2247" y="151"/>
                </a:lnTo>
                <a:lnTo>
                  <a:pt x="2250" y="160"/>
                </a:lnTo>
                <a:lnTo>
                  <a:pt x="2250" y="165"/>
                </a:lnTo>
                <a:lnTo>
                  <a:pt x="2247" y="174"/>
                </a:lnTo>
                <a:lnTo>
                  <a:pt x="2245" y="174"/>
                </a:lnTo>
                <a:lnTo>
                  <a:pt x="2245" y="198"/>
                </a:lnTo>
                <a:lnTo>
                  <a:pt x="2257" y="198"/>
                </a:lnTo>
                <a:lnTo>
                  <a:pt x="2257" y="325"/>
                </a:lnTo>
                <a:lnTo>
                  <a:pt x="2278" y="325"/>
                </a:lnTo>
                <a:lnTo>
                  <a:pt x="2278" y="397"/>
                </a:lnTo>
                <a:lnTo>
                  <a:pt x="2284" y="393"/>
                </a:lnTo>
                <a:lnTo>
                  <a:pt x="2291" y="395"/>
                </a:lnTo>
                <a:lnTo>
                  <a:pt x="2294" y="404"/>
                </a:lnTo>
                <a:lnTo>
                  <a:pt x="2294" y="406"/>
                </a:lnTo>
                <a:lnTo>
                  <a:pt x="2298" y="406"/>
                </a:lnTo>
                <a:lnTo>
                  <a:pt x="2298" y="497"/>
                </a:lnTo>
                <a:lnTo>
                  <a:pt x="2303" y="492"/>
                </a:lnTo>
                <a:lnTo>
                  <a:pt x="2310" y="495"/>
                </a:lnTo>
                <a:lnTo>
                  <a:pt x="2315" y="504"/>
                </a:lnTo>
                <a:lnTo>
                  <a:pt x="2319" y="504"/>
                </a:lnTo>
                <a:lnTo>
                  <a:pt x="2319" y="662"/>
                </a:lnTo>
                <a:lnTo>
                  <a:pt x="2349" y="662"/>
                </a:lnTo>
                <a:lnTo>
                  <a:pt x="2349" y="789"/>
                </a:lnTo>
                <a:lnTo>
                  <a:pt x="2345" y="789"/>
                </a:lnTo>
                <a:lnTo>
                  <a:pt x="2345" y="1418"/>
                </a:lnTo>
                <a:lnTo>
                  <a:pt x="2409" y="1423"/>
                </a:lnTo>
                <a:lnTo>
                  <a:pt x="2409" y="1507"/>
                </a:lnTo>
                <a:lnTo>
                  <a:pt x="2442" y="1507"/>
                </a:lnTo>
                <a:lnTo>
                  <a:pt x="2442" y="954"/>
                </a:lnTo>
                <a:lnTo>
                  <a:pt x="2444" y="952"/>
                </a:lnTo>
                <a:lnTo>
                  <a:pt x="2444" y="938"/>
                </a:lnTo>
                <a:lnTo>
                  <a:pt x="2446" y="938"/>
                </a:lnTo>
                <a:lnTo>
                  <a:pt x="2456" y="940"/>
                </a:lnTo>
                <a:lnTo>
                  <a:pt x="2486" y="940"/>
                </a:lnTo>
                <a:lnTo>
                  <a:pt x="2490" y="943"/>
                </a:lnTo>
                <a:lnTo>
                  <a:pt x="2493" y="940"/>
                </a:lnTo>
                <a:lnTo>
                  <a:pt x="2500" y="940"/>
                </a:lnTo>
                <a:lnTo>
                  <a:pt x="2500" y="938"/>
                </a:lnTo>
                <a:lnTo>
                  <a:pt x="2541" y="931"/>
                </a:lnTo>
                <a:lnTo>
                  <a:pt x="2541" y="938"/>
                </a:lnTo>
                <a:lnTo>
                  <a:pt x="2511" y="940"/>
                </a:lnTo>
                <a:lnTo>
                  <a:pt x="2537" y="943"/>
                </a:lnTo>
                <a:lnTo>
                  <a:pt x="2537" y="940"/>
                </a:lnTo>
                <a:lnTo>
                  <a:pt x="2604" y="940"/>
                </a:lnTo>
                <a:lnTo>
                  <a:pt x="2613" y="943"/>
                </a:lnTo>
                <a:lnTo>
                  <a:pt x="2661" y="943"/>
                </a:lnTo>
                <a:lnTo>
                  <a:pt x="2638" y="938"/>
                </a:lnTo>
                <a:lnTo>
                  <a:pt x="2638" y="933"/>
                </a:lnTo>
                <a:lnTo>
                  <a:pt x="2675" y="940"/>
                </a:lnTo>
                <a:lnTo>
                  <a:pt x="2673" y="943"/>
                </a:lnTo>
                <a:lnTo>
                  <a:pt x="2675" y="943"/>
                </a:lnTo>
                <a:lnTo>
                  <a:pt x="2703" y="945"/>
                </a:lnTo>
                <a:lnTo>
                  <a:pt x="2703" y="947"/>
                </a:lnTo>
                <a:lnTo>
                  <a:pt x="2721" y="943"/>
                </a:lnTo>
                <a:lnTo>
                  <a:pt x="2724" y="943"/>
                </a:lnTo>
                <a:lnTo>
                  <a:pt x="2724" y="956"/>
                </a:lnTo>
                <a:lnTo>
                  <a:pt x="2726" y="959"/>
                </a:lnTo>
                <a:lnTo>
                  <a:pt x="2721" y="1397"/>
                </a:lnTo>
                <a:lnTo>
                  <a:pt x="2721" y="1435"/>
                </a:lnTo>
                <a:lnTo>
                  <a:pt x="2724" y="1435"/>
                </a:lnTo>
                <a:lnTo>
                  <a:pt x="2728" y="1532"/>
                </a:lnTo>
                <a:lnTo>
                  <a:pt x="2749" y="1534"/>
                </a:lnTo>
                <a:lnTo>
                  <a:pt x="2749" y="1558"/>
                </a:lnTo>
                <a:lnTo>
                  <a:pt x="2768" y="1558"/>
                </a:lnTo>
                <a:lnTo>
                  <a:pt x="2768" y="1560"/>
                </a:lnTo>
                <a:lnTo>
                  <a:pt x="2749" y="1560"/>
                </a:lnTo>
                <a:lnTo>
                  <a:pt x="2747" y="1572"/>
                </a:lnTo>
                <a:lnTo>
                  <a:pt x="2772" y="1572"/>
                </a:lnTo>
                <a:lnTo>
                  <a:pt x="2772" y="1569"/>
                </a:lnTo>
                <a:lnTo>
                  <a:pt x="2842" y="1569"/>
                </a:lnTo>
                <a:lnTo>
                  <a:pt x="2849" y="1567"/>
                </a:lnTo>
                <a:lnTo>
                  <a:pt x="2856" y="1567"/>
                </a:lnTo>
                <a:lnTo>
                  <a:pt x="2916" y="1449"/>
                </a:lnTo>
                <a:lnTo>
                  <a:pt x="2943" y="1381"/>
                </a:lnTo>
                <a:lnTo>
                  <a:pt x="2962" y="1321"/>
                </a:lnTo>
                <a:lnTo>
                  <a:pt x="2974" y="1265"/>
                </a:lnTo>
                <a:lnTo>
                  <a:pt x="2985" y="1172"/>
                </a:lnTo>
                <a:lnTo>
                  <a:pt x="2990" y="1098"/>
                </a:lnTo>
                <a:lnTo>
                  <a:pt x="2990" y="1075"/>
                </a:lnTo>
                <a:lnTo>
                  <a:pt x="2971" y="1075"/>
                </a:lnTo>
                <a:lnTo>
                  <a:pt x="2969" y="1066"/>
                </a:lnTo>
                <a:lnTo>
                  <a:pt x="2964" y="1017"/>
                </a:lnTo>
                <a:lnTo>
                  <a:pt x="2978" y="1015"/>
                </a:lnTo>
                <a:lnTo>
                  <a:pt x="2999" y="1015"/>
                </a:lnTo>
                <a:lnTo>
                  <a:pt x="3004" y="878"/>
                </a:lnTo>
                <a:lnTo>
                  <a:pt x="3011" y="750"/>
                </a:lnTo>
                <a:lnTo>
                  <a:pt x="3017" y="608"/>
                </a:lnTo>
                <a:lnTo>
                  <a:pt x="3011" y="606"/>
                </a:lnTo>
                <a:lnTo>
                  <a:pt x="3006" y="604"/>
                </a:lnTo>
                <a:lnTo>
                  <a:pt x="3004" y="601"/>
                </a:lnTo>
                <a:lnTo>
                  <a:pt x="3001" y="601"/>
                </a:lnTo>
                <a:lnTo>
                  <a:pt x="3001" y="592"/>
                </a:lnTo>
                <a:lnTo>
                  <a:pt x="3004" y="590"/>
                </a:lnTo>
                <a:lnTo>
                  <a:pt x="3008" y="590"/>
                </a:lnTo>
                <a:lnTo>
                  <a:pt x="3013" y="587"/>
                </a:lnTo>
                <a:lnTo>
                  <a:pt x="3020" y="587"/>
                </a:lnTo>
                <a:lnTo>
                  <a:pt x="3020" y="550"/>
                </a:lnTo>
                <a:lnTo>
                  <a:pt x="3015" y="548"/>
                </a:lnTo>
                <a:lnTo>
                  <a:pt x="3013" y="548"/>
                </a:lnTo>
                <a:lnTo>
                  <a:pt x="3008" y="543"/>
                </a:lnTo>
                <a:lnTo>
                  <a:pt x="3008" y="532"/>
                </a:lnTo>
                <a:lnTo>
                  <a:pt x="3006" y="532"/>
                </a:lnTo>
                <a:lnTo>
                  <a:pt x="3004" y="529"/>
                </a:lnTo>
                <a:lnTo>
                  <a:pt x="3004" y="483"/>
                </a:lnTo>
                <a:lnTo>
                  <a:pt x="3008" y="478"/>
                </a:lnTo>
                <a:lnTo>
                  <a:pt x="3022" y="474"/>
                </a:lnTo>
                <a:lnTo>
                  <a:pt x="3029" y="474"/>
                </a:lnTo>
                <a:lnTo>
                  <a:pt x="3031" y="318"/>
                </a:lnTo>
                <a:lnTo>
                  <a:pt x="3034" y="235"/>
                </a:lnTo>
                <a:lnTo>
                  <a:pt x="3038" y="232"/>
                </a:lnTo>
                <a:lnTo>
                  <a:pt x="3041" y="156"/>
                </a:lnTo>
                <a:lnTo>
                  <a:pt x="3041" y="232"/>
                </a:lnTo>
                <a:lnTo>
                  <a:pt x="3045" y="235"/>
                </a:lnTo>
                <a:lnTo>
                  <a:pt x="3045" y="321"/>
                </a:lnTo>
                <a:lnTo>
                  <a:pt x="3048" y="474"/>
                </a:lnTo>
                <a:lnTo>
                  <a:pt x="3057" y="476"/>
                </a:lnTo>
                <a:lnTo>
                  <a:pt x="3064" y="478"/>
                </a:lnTo>
                <a:lnTo>
                  <a:pt x="3068" y="478"/>
                </a:lnTo>
                <a:lnTo>
                  <a:pt x="3071" y="481"/>
                </a:lnTo>
                <a:lnTo>
                  <a:pt x="3071" y="529"/>
                </a:lnTo>
                <a:lnTo>
                  <a:pt x="3068" y="532"/>
                </a:lnTo>
                <a:lnTo>
                  <a:pt x="3066" y="532"/>
                </a:lnTo>
                <a:lnTo>
                  <a:pt x="3064" y="534"/>
                </a:lnTo>
                <a:lnTo>
                  <a:pt x="3064" y="548"/>
                </a:lnTo>
                <a:lnTo>
                  <a:pt x="3059" y="548"/>
                </a:lnTo>
                <a:lnTo>
                  <a:pt x="3054" y="550"/>
                </a:lnTo>
                <a:lnTo>
                  <a:pt x="3054" y="587"/>
                </a:lnTo>
                <a:lnTo>
                  <a:pt x="3061" y="590"/>
                </a:lnTo>
                <a:lnTo>
                  <a:pt x="3066" y="590"/>
                </a:lnTo>
                <a:lnTo>
                  <a:pt x="3071" y="594"/>
                </a:lnTo>
                <a:lnTo>
                  <a:pt x="3071" y="601"/>
                </a:lnTo>
                <a:lnTo>
                  <a:pt x="3068" y="604"/>
                </a:lnTo>
                <a:lnTo>
                  <a:pt x="3059" y="608"/>
                </a:lnTo>
                <a:lnTo>
                  <a:pt x="3054" y="608"/>
                </a:lnTo>
                <a:lnTo>
                  <a:pt x="3054" y="613"/>
                </a:lnTo>
                <a:lnTo>
                  <a:pt x="3059" y="759"/>
                </a:lnTo>
                <a:lnTo>
                  <a:pt x="3068" y="1015"/>
                </a:lnTo>
                <a:lnTo>
                  <a:pt x="3085" y="1015"/>
                </a:lnTo>
                <a:lnTo>
                  <a:pt x="3098" y="1017"/>
                </a:lnTo>
                <a:lnTo>
                  <a:pt x="3098" y="1026"/>
                </a:lnTo>
                <a:lnTo>
                  <a:pt x="3096" y="1075"/>
                </a:lnTo>
                <a:lnTo>
                  <a:pt x="3075" y="1075"/>
                </a:lnTo>
                <a:lnTo>
                  <a:pt x="3075" y="1105"/>
                </a:lnTo>
                <a:lnTo>
                  <a:pt x="3078" y="1177"/>
                </a:lnTo>
                <a:lnTo>
                  <a:pt x="3087" y="1270"/>
                </a:lnTo>
                <a:lnTo>
                  <a:pt x="3098" y="1321"/>
                </a:lnTo>
                <a:lnTo>
                  <a:pt x="3115" y="1381"/>
                </a:lnTo>
                <a:lnTo>
                  <a:pt x="3138" y="1449"/>
                </a:lnTo>
                <a:lnTo>
                  <a:pt x="3193" y="1565"/>
                </a:lnTo>
                <a:lnTo>
                  <a:pt x="3214" y="1565"/>
                </a:lnTo>
                <a:lnTo>
                  <a:pt x="3221" y="1576"/>
                </a:lnTo>
                <a:lnTo>
                  <a:pt x="3221" y="1623"/>
                </a:lnTo>
                <a:lnTo>
                  <a:pt x="3256" y="1623"/>
                </a:lnTo>
                <a:lnTo>
                  <a:pt x="3258" y="1483"/>
                </a:lnTo>
                <a:lnTo>
                  <a:pt x="3265" y="1063"/>
                </a:lnTo>
                <a:lnTo>
                  <a:pt x="3267" y="1063"/>
                </a:lnTo>
                <a:lnTo>
                  <a:pt x="3267" y="956"/>
                </a:lnTo>
                <a:lnTo>
                  <a:pt x="3272" y="956"/>
                </a:lnTo>
                <a:lnTo>
                  <a:pt x="3272" y="859"/>
                </a:lnTo>
                <a:lnTo>
                  <a:pt x="3353" y="840"/>
                </a:lnTo>
                <a:lnTo>
                  <a:pt x="3369" y="843"/>
                </a:lnTo>
                <a:lnTo>
                  <a:pt x="3380" y="840"/>
                </a:lnTo>
                <a:lnTo>
                  <a:pt x="3487" y="859"/>
                </a:lnTo>
                <a:lnTo>
                  <a:pt x="3487" y="864"/>
                </a:lnTo>
                <a:lnTo>
                  <a:pt x="3489" y="864"/>
                </a:lnTo>
                <a:lnTo>
                  <a:pt x="3489" y="945"/>
                </a:lnTo>
                <a:lnTo>
                  <a:pt x="3491" y="945"/>
                </a:lnTo>
                <a:lnTo>
                  <a:pt x="3505" y="943"/>
                </a:lnTo>
                <a:lnTo>
                  <a:pt x="3612" y="959"/>
                </a:lnTo>
                <a:lnTo>
                  <a:pt x="3612" y="963"/>
                </a:lnTo>
                <a:lnTo>
                  <a:pt x="3614" y="963"/>
                </a:lnTo>
                <a:lnTo>
                  <a:pt x="3612" y="1045"/>
                </a:lnTo>
                <a:lnTo>
                  <a:pt x="3619" y="1047"/>
                </a:lnTo>
                <a:lnTo>
                  <a:pt x="3630" y="1045"/>
                </a:lnTo>
                <a:lnTo>
                  <a:pt x="3732" y="1059"/>
                </a:lnTo>
                <a:lnTo>
                  <a:pt x="3732" y="1061"/>
                </a:lnTo>
                <a:lnTo>
                  <a:pt x="3734" y="1061"/>
                </a:lnTo>
                <a:lnTo>
                  <a:pt x="3734" y="1520"/>
                </a:lnTo>
                <a:lnTo>
                  <a:pt x="4012" y="1520"/>
                </a:lnTo>
                <a:lnTo>
                  <a:pt x="4014" y="1504"/>
                </a:lnTo>
                <a:lnTo>
                  <a:pt x="4014" y="1493"/>
                </a:lnTo>
                <a:lnTo>
                  <a:pt x="4053" y="1493"/>
                </a:lnTo>
                <a:lnTo>
                  <a:pt x="4053" y="1483"/>
                </a:lnTo>
                <a:lnTo>
                  <a:pt x="4070" y="1483"/>
                </a:lnTo>
                <a:lnTo>
                  <a:pt x="4070" y="924"/>
                </a:lnTo>
                <a:lnTo>
                  <a:pt x="4067" y="741"/>
                </a:lnTo>
                <a:lnTo>
                  <a:pt x="4067" y="476"/>
                </a:lnTo>
                <a:lnTo>
                  <a:pt x="4150" y="453"/>
                </a:lnTo>
                <a:lnTo>
                  <a:pt x="4167" y="458"/>
                </a:lnTo>
                <a:lnTo>
                  <a:pt x="4181" y="453"/>
                </a:lnTo>
                <a:lnTo>
                  <a:pt x="4259" y="476"/>
                </a:lnTo>
                <a:lnTo>
                  <a:pt x="4261" y="724"/>
                </a:lnTo>
                <a:lnTo>
                  <a:pt x="4264" y="903"/>
                </a:lnTo>
                <a:lnTo>
                  <a:pt x="4382" y="903"/>
                </a:lnTo>
                <a:lnTo>
                  <a:pt x="4379" y="738"/>
                </a:lnTo>
                <a:lnTo>
                  <a:pt x="4382" y="734"/>
                </a:lnTo>
                <a:lnTo>
                  <a:pt x="4379" y="483"/>
                </a:lnTo>
                <a:lnTo>
                  <a:pt x="4382" y="483"/>
                </a:lnTo>
                <a:lnTo>
                  <a:pt x="4382" y="474"/>
                </a:lnTo>
                <a:lnTo>
                  <a:pt x="4472" y="451"/>
                </a:lnTo>
                <a:lnTo>
                  <a:pt x="4483" y="455"/>
                </a:lnTo>
                <a:lnTo>
                  <a:pt x="4502" y="451"/>
                </a:lnTo>
                <a:lnTo>
                  <a:pt x="4571" y="474"/>
                </a:lnTo>
                <a:lnTo>
                  <a:pt x="4576" y="722"/>
                </a:lnTo>
                <a:lnTo>
                  <a:pt x="4578" y="722"/>
                </a:lnTo>
                <a:lnTo>
                  <a:pt x="4583" y="908"/>
                </a:lnTo>
                <a:lnTo>
                  <a:pt x="4585" y="908"/>
                </a:lnTo>
                <a:lnTo>
                  <a:pt x="4592" y="1388"/>
                </a:lnTo>
                <a:lnTo>
                  <a:pt x="4594" y="1469"/>
                </a:lnTo>
                <a:lnTo>
                  <a:pt x="4666" y="1469"/>
                </a:lnTo>
                <a:lnTo>
                  <a:pt x="4675" y="1479"/>
                </a:lnTo>
                <a:lnTo>
                  <a:pt x="4675" y="1483"/>
                </a:lnTo>
                <a:lnTo>
                  <a:pt x="4705" y="1483"/>
                </a:lnTo>
                <a:lnTo>
                  <a:pt x="4705" y="1486"/>
                </a:lnTo>
                <a:lnTo>
                  <a:pt x="4761" y="1446"/>
                </a:lnTo>
                <a:lnTo>
                  <a:pt x="4761" y="1418"/>
                </a:lnTo>
                <a:lnTo>
                  <a:pt x="4710" y="1356"/>
                </a:lnTo>
                <a:lnTo>
                  <a:pt x="4745" y="1356"/>
                </a:lnTo>
                <a:lnTo>
                  <a:pt x="4745" y="1339"/>
                </a:lnTo>
                <a:lnTo>
                  <a:pt x="4761" y="1346"/>
                </a:lnTo>
                <a:lnTo>
                  <a:pt x="4772" y="1335"/>
                </a:lnTo>
                <a:lnTo>
                  <a:pt x="4777" y="1351"/>
                </a:lnTo>
                <a:lnTo>
                  <a:pt x="4775" y="1356"/>
                </a:lnTo>
                <a:lnTo>
                  <a:pt x="4814" y="1356"/>
                </a:lnTo>
                <a:lnTo>
                  <a:pt x="4814" y="1351"/>
                </a:lnTo>
                <a:lnTo>
                  <a:pt x="4840" y="1351"/>
                </a:lnTo>
                <a:lnTo>
                  <a:pt x="4840" y="1298"/>
                </a:lnTo>
                <a:lnTo>
                  <a:pt x="4893" y="1298"/>
                </a:lnTo>
                <a:lnTo>
                  <a:pt x="4895" y="1309"/>
                </a:lnTo>
                <a:lnTo>
                  <a:pt x="4895" y="1330"/>
                </a:lnTo>
                <a:lnTo>
                  <a:pt x="4987" y="1332"/>
                </a:lnTo>
                <a:lnTo>
                  <a:pt x="4990" y="1330"/>
                </a:lnTo>
                <a:lnTo>
                  <a:pt x="4990" y="1332"/>
                </a:lnTo>
                <a:lnTo>
                  <a:pt x="5082" y="1332"/>
                </a:lnTo>
                <a:lnTo>
                  <a:pt x="5082" y="1309"/>
                </a:lnTo>
                <a:lnTo>
                  <a:pt x="5087" y="1298"/>
                </a:lnTo>
                <a:lnTo>
                  <a:pt x="5140" y="1298"/>
                </a:lnTo>
                <a:lnTo>
                  <a:pt x="5140" y="1351"/>
                </a:lnTo>
                <a:lnTo>
                  <a:pt x="5166" y="1351"/>
                </a:lnTo>
                <a:lnTo>
                  <a:pt x="5166" y="1356"/>
                </a:lnTo>
                <a:lnTo>
                  <a:pt x="5203" y="1356"/>
                </a:lnTo>
                <a:lnTo>
                  <a:pt x="5203" y="1351"/>
                </a:lnTo>
                <a:lnTo>
                  <a:pt x="5207" y="1335"/>
                </a:lnTo>
                <a:lnTo>
                  <a:pt x="5219" y="1346"/>
                </a:lnTo>
                <a:lnTo>
                  <a:pt x="5235" y="1342"/>
                </a:lnTo>
                <a:lnTo>
                  <a:pt x="5235" y="1356"/>
                </a:lnTo>
                <a:lnTo>
                  <a:pt x="5270" y="1356"/>
                </a:lnTo>
                <a:lnTo>
                  <a:pt x="5149" y="1502"/>
                </a:lnTo>
                <a:lnTo>
                  <a:pt x="5154" y="1502"/>
                </a:lnTo>
                <a:lnTo>
                  <a:pt x="5156" y="1618"/>
                </a:lnTo>
                <a:lnTo>
                  <a:pt x="5159" y="1618"/>
                </a:lnTo>
                <a:lnTo>
                  <a:pt x="5159" y="1592"/>
                </a:lnTo>
                <a:lnTo>
                  <a:pt x="5163" y="1590"/>
                </a:lnTo>
                <a:lnTo>
                  <a:pt x="5214" y="1590"/>
                </a:lnTo>
                <a:lnTo>
                  <a:pt x="5214" y="1572"/>
                </a:lnTo>
                <a:lnTo>
                  <a:pt x="5219" y="1569"/>
                </a:lnTo>
                <a:lnTo>
                  <a:pt x="5258" y="1569"/>
                </a:lnTo>
                <a:lnTo>
                  <a:pt x="5258" y="1599"/>
                </a:lnTo>
                <a:lnTo>
                  <a:pt x="5274" y="1597"/>
                </a:lnTo>
                <a:lnTo>
                  <a:pt x="5277" y="1351"/>
                </a:lnTo>
                <a:lnTo>
                  <a:pt x="5281" y="1351"/>
                </a:lnTo>
                <a:lnTo>
                  <a:pt x="5281" y="1307"/>
                </a:lnTo>
                <a:lnTo>
                  <a:pt x="5404" y="1307"/>
                </a:lnTo>
                <a:lnTo>
                  <a:pt x="5408" y="1326"/>
                </a:lnTo>
                <a:lnTo>
                  <a:pt x="5408" y="1353"/>
                </a:lnTo>
                <a:lnTo>
                  <a:pt x="5448" y="1353"/>
                </a:lnTo>
                <a:lnTo>
                  <a:pt x="5448" y="1349"/>
                </a:lnTo>
                <a:lnTo>
                  <a:pt x="5450" y="1342"/>
                </a:lnTo>
                <a:lnTo>
                  <a:pt x="5452" y="1337"/>
                </a:lnTo>
                <a:lnTo>
                  <a:pt x="5459" y="1328"/>
                </a:lnTo>
                <a:lnTo>
                  <a:pt x="5466" y="1321"/>
                </a:lnTo>
                <a:lnTo>
                  <a:pt x="5478" y="1319"/>
                </a:lnTo>
                <a:lnTo>
                  <a:pt x="5482" y="1319"/>
                </a:lnTo>
                <a:lnTo>
                  <a:pt x="5487" y="1316"/>
                </a:lnTo>
                <a:lnTo>
                  <a:pt x="5492" y="1319"/>
                </a:lnTo>
                <a:lnTo>
                  <a:pt x="5498" y="1319"/>
                </a:lnTo>
                <a:lnTo>
                  <a:pt x="5508" y="1321"/>
                </a:lnTo>
                <a:lnTo>
                  <a:pt x="5508" y="1323"/>
                </a:lnTo>
                <a:lnTo>
                  <a:pt x="5517" y="1330"/>
                </a:lnTo>
                <a:lnTo>
                  <a:pt x="5524" y="1337"/>
                </a:lnTo>
                <a:lnTo>
                  <a:pt x="5526" y="1342"/>
                </a:lnTo>
                <a:lnTo>
                  <a:pt x="5526" y="1349"/>
                </a:lnTo>
                <a:lnTo>
                  <a:pt x="5529" y="1356"/>
                </a:lnTo>
                <a:lnTo>
                  <a:pt x="5586" y="1356"/>
                </a:lnTo>
                <a:lnTo>
                  <a:pt x="5586" y="1335"/>
                </a:lnTo>
                <a:lnTo>
                  <a:pt x="5591" y="1335"/>
                </a:lnTo>
                <a:lnTo>
                  <a:pt x="5591" y="1330"/>
                </a:lnTo>
                <a:lnTo>
                  <a:pt x="5603" y="1330"/>
                </a:lnTo>
                <a:lnTo>
                  <a:pt x="5603" y="1335"/>
                </a:lnTo>
                <a:lnTo>
                  <a:pt x="5609" y="1335"/>
                </a:lnTo>
                <a:lnTo>
                  <a:pt x="5609" y="1356"/>
                </a:lnTo>
                <a:lnTo>
                  <a:pt x="5614" y="1356"/>
                </a:lnTo>
                <a:lnTo>
                  <a:pt x="5614" y="1349"/>
                </a:lnTo>
                <a:lnTo>
                  <a:pt x="5628" y="1349"/>
                </a:lnTo>
                <a:lnTo>
                  <a:pt x="5628" y="1356"/>
                </a:lnTo>
                <a:lnTo>
                  <a:pt x="5670" y="1356"/>
                </a:lnTo>
                <a:lnTo>
                  <a:pt x="5670" y="1346"/>
                </a:lnTo>
                <a:lnTo>
                  <a:pt x="5679" y="1337"/>
                </a:lnTo>
                <a:lnTo>
                  <a:pt x="5864" y="1339"/>
                </a:lnTo>
                <a:lnTo>
                  <a:pt x="5864" y="1356"/>
                </a:lnTo>
                <a:lnTo>
                  <a:pt x="5866" y="1534"/>
                </a:lnTo>
                <a:lnTo>
                  <a:pt x="5866" y="1592"/>
                </a:lnTo>
                <a:lnTo>
                  <a:pt x="5875" y="1592"/>
                </a:lnTo>
                <a:lnTo>
                  <a:pt x="5887" y="1595"/>
                </a:lnTo>
                <a:lnTo>
                  <a:pt x="5889" y="1595"/>
                </a:lnTo>
                <a:lnTo>
                  <a:pt x="5896" y="1119"/>
                </a:lnTo>
                <a:lnTo>
                  <a:pt x="5956" y="1119"/>
                </a:lnTo>
                <a:lnTo>
                  <a:pt x="5956" y="1114"/>
                </a:lnTo>
                <a:lnTo>
                  <a:pt x="6030" y="1117"/>
                </a:lnTo>
                <a:lnTo>
                  <a:pt x="6030" y="1119"/>
                </a:lnTo>
                <a:lnTo>
                  <a:pt x="6058" y="1119"/>
                </a:lnTo>
                <a:lnTo>
                  <a:pt x="6063" y="1110"/>
                </a:lnTo>
                <a:lnTo>
                  <a:pt x="6083" y="1110"/>
                </a:lnTo>
                <a:lnTo>
                  <a:pt x="6086" y="1112"/>
                </a:lnTo>
                <a:lnTo>
                  <a:pt x="6086" y="1128"/>
                </a:lnTo>
                <a:lnTo>
                  <a:pt x="6095" y="1170"/>
                </a:lnTo>
                <a:lnTo>
                  <a:pt x="6093" y="1620"/>
                </a:lnTo>
                <a:lnTo>
                  <a:pt x="6252" y="1620"/>
                </a:lnTo>
                <a:lnTo>
                  <a:pt x="6250" y="1177"/>
                </a:lnTo>
                <a:lnTo>
                  <a:pt x="6252" y="1172"/>
                </a:lnTo>
                <a:lnTo>
                  <a:pt x="6257" y="1138"/>
                </a:lnTo>
                <a:lnTo>
                  <a:pt x="6312" y="1138"/>
                </a:lnTo>
                <a:lnTo>
                  <a:pt x="6315" y="1133"/>
                </a:lnTo>
                <a:lnTo>
                  <a:pt x="6375" y="1133"/>
                </a:lnTo>
                <a:lnTo>
                  <a:pt x="6377" y="1128"/>
                </a:lnTo>
                <a:lnTo>
                  <a:pt x="6440" y="1131"/>
                </a:lnTo>
                <a:lnTo>
                  <a:pt x="6442" y="1500"/>
                </a:lnTo>
                <a:lnTo>
                  <a:pt x="6474" y="1469"/>
                </a:lnTo>
                <a:lnTo>
                  <a:pt x="6472" y="1397"/>
                </a:lnTo>
                <a:lnTo>
                  <a:pt x="6516" y="1353"/>
                </a:lnTo>
                <a:lnTo>
                  <a:pt x="6516" y="1284"/>
                </a:lnTo>
                <a:lnTo>
                  <a:pt x="6576" y="1226"/>
                </a:lnTo>
                <a:lnTo>
                  <a:pt x="6576" y="1244"/>
                </a:lnTo>
                <a:lnTo>
                  <a:pt x="6581" y="1244"/>
                </a:lnTo>
                <a:lnTo>
                  <a:pt x="6581" y="1242"/>
                </a:lnTo>
                <a:lnTo>
                  <a:pt x="6618" y="1281"/>
                </a:lnTo>
                <a:lnTo>
                  <a:pt x="6618" y="1356"/>
                </a:lnTo>
                <a:lnTo>
                  <a:pt x="6645" y="1384"/>
                </a:lnTo>
                <a:lnTo>
                  <a:pt x="6645" y="1486"/>
                </a:lnTo>
                <a:lnTo>
                  <a:pt x="6675" y="1513"/>
                </a:lnTo>
                <a:lnTo>
                  <a:pt x="6673" y="1616"/>
                </a:lnTo>
                <a:lnTo>
                  <a:pt x="6673" y="1623"/>
                </a:lnTo>
                <a:lnTo>
                  <a:pt x="6738" y="1623"/>
                </a:lnTo>
                <a:lnTo>
                  <a:pt x="6768" y="1609"/>
                </a:lnTo>
                <a:lnTo>
                  <a:pt x="6782" y="1609"/>
                </a:lnTo>
                <a:lnTo>
                  <a:pt x="6826" y="1590"/>
                </a:lnTo>
                <a:lnTo>
                  <a:pt x="6828" y="1588"/>
                </a:lnTo>
                <a:lnTo>
                  <a:pt x="6847" y="1588"/>
                </a:lnTo>
                <a:lnTo>
                  <a:pt x="6847" y="1574"/>
                </a:lnTo>
                <a:lnTo>
                  <a:pt x="6812" y="1555"/>
                </a:lnTo>
                <a:lnTo>
                  <a:pt x="6816" y="1546"/>
                </a:lnTo>
                <a:lnTo>
                  <a:pt x="6814" y="1546"/>
                </a:lnTo>
                <a:lnTo>
                  <a:pt x="6819" y="1541"/>
                </a:lnTo>
                <a:lnTo>
                  <a:pt x="6819" y="1539"/>
                </a:lnTo>
                <a:lnTo>
                  <a:pt x="6816" y="1539"/>
                </a:lnTo>
                <a:lnTo>
                  <a:pt x="6819" y="1537"/>
                </a:lnTo>
                <a:lnTo>
                  <a:pt x="6819" y="1534"/>
                </a:lnTo>
                <a:lnTo>
                  <a:pt x="6814" y="1532"/>
                </a:lnTo>
                <a:lnTo>
                  <a:pt x="6800" y="1530"/>
                </a:lnTo>
                <a:lnTo>
                  <a:pt x="6796" y="1518"/>
                </a:lnTo>
                <a:lnTo>
                  <a:pt x="6798" y="1518"/>
                </a:lnTo>
                <a:lnTo>
                  <a:pt x="6798" y="1495"/>
                </a:lnTo>
                <a:lnTo>
                  <a:pt x="6796" y="1490"/>
                </a:lnTo>
                <a:lnTo>
                  <a:pt x="6796" y="1486"/>
                </a:lnTo>
                <a:lnTo>
                  <a:pt x="6812" y="1486"/>
                </a:lnTo>
                <a:lnTo>
                  <a:pt x="6810" y="1479"/>
                </a:lnTo>
                <a:lnTo>
                  <a:pt x="6863" y="1479"/>
                </a:lnTo>
                <a:lnTo>
                  <a:pt x="6867" y="1476"/>
                </a:lnTo>
                <a:lnTo>
                  <a:pt x="6900" y="1474"/>
                </a:lnTo>
                <a:lnTo>
                  <a:pt x="6923" y="1472"/>
                </a:lnTo>
                <a:lnTo>
                  <a:pt x="6932" y="1472"/>
                </a:lnTo>
                <a:lnTo>
                  <a:pt x="6988" y="1458"/>
                </a:lnTo>
                <a:lnTo>
                  <a:pt x="7013" y="1451"/>
                </a:lnTo>
                <a:lnTo>
                  <a:pt x="7027" y="1444"/>
                </a:lnTo>
                <a:lnTo>
                  <a:pt x="7036" y="1442"/>
                </a:lnTo>
                <a:lnTo>
                  <a:pt x="7057" y="1432"/>
                </a:lnTo>
                <a:lnTo>
                  <a:pt x="7073" y="1423"/>
                </a:lnTo>
                <a:lnTo>
                  <a:pt x="7078" y="1421"/>
                </a:lnTo>
                <a:lnTo>
                  <a:pt x="7094" y="1411"/>
                </a:lnTo>
                <a:lnTo>
                  <a:pt x="7094" y="1397"/>
                </a:lnTo>
                <a:lnTo>
                  <a:pt x="7099" y="1393"/>
                </a:lnTo>
                <a:lnTo>
                  <a:pt x="7099" y="1388"/>
                </a:lnTo>
                <a:lnTo>
                  <a:pt x="7101" y="1388"/>
                </a:lnTo>
                <a:lnTo>
                  <a:pt x="7101" y="1386"/>
                </a:lnTo>
                <a:lnTo>
                  <a:pt x="7103" y="1384"/>
                </a:lnTo>
                <a:lnTo>
                  <a:pt x="7106" y="1384"/>
                </a:lnTo>
                <a:lnTo>
                  <a:pt x="7108" y="1381"/>
                </a:lnTo>
                <a:lnTo>
                  <a:pt x="7115" y="1381"/>
                </a:lnTo>
                <a:lnTo>
                  <a:pt x="7115" y="1379"/>
                </a:lnTo>
                <a:lnTo>
                  <a:pt x="7117" y="1379"/>
                </a:lnTo>
                <a:lnTo>
                  <a:pt x="7117" y="1381"/>
                </a:lnTo>
                <a:lnTo>
                  <a:pt x="7124" y="1381"/>
                </a:lnTo>
                <a:lnTo>
                  <a:pt x="7126" y="1384"/>
                </a:lnTo>
                <a:lnTo>
                  <a:pt x="7129" y="1384"/>
                </a:lnTo>
                <a:lnTo>
                  <a:pt x="7129" y="1386"/>
                </a:lnTo>
                <a:lnTo>
                  <a:pt x="7131" y="1386"/>
                </a:lnTo>
                <a:lnTo>
                  <a:pt x="7131" y="1388"/>
                </a:lnTo>
                <a:lnTo>
                  <a:pt x="7133" y="1388"/>
                </a:lnTo>
                <a:lnTo>
                  <a:pt x="7133" y="1393"/>
                </a:lnTo>
                <a:lnTo>
                  <a:pt x="7138" y="1395"/>
                </a:lnTo>
                <a:lnTo>
                  <a:pt x="7138" y="1411"/>
                </a:lnTo>
                <a:lnTo>
                  <a:pt x="7140" y="1411"/>
                </a:lnTo>
                <a:lnTo>
                  <a:pt x="7163" y="1428"/>
                </a:lnTo>
                <a:lnTo>
                  <a:pt x="7170" y="1430"/>
                </a:lnTo>
                <a:lnTo>
                  <a:pt x="7175" y="1432"/>
                </a:lnTo>
                <a:lnTo>
                  <a:pt x="7191" y="1439"/>
                </a:lnTo>
                <a:lnTo>
                  <a:pt x="7198" y="1442"/>
                </a:lnTo>
                <a:lnTo>
                  <a:pt x="7212" y="1449"/>
                </a:lnTo>
                <a:lnTo>
                  <a:pt x="7237" y="1455"/>
                </a:lnTo>
                <a:lnTo>
                  <a:pt x="7247" y="1458"/>
                </a:lnTo>
                <a:lnTo>
                  <a:pt x="7263" y="1460"/>
                </a:lnTo>
                <a:lnTo>
                  <a:pt x="7290" y="1465"/>
                </a:lnTo>
                <a:lnTo>
                  <a:pt x="7300" y="1467"/>
                </a:lnTo>
                <a:lnTo>
                  <a:pt x="7323" y="1469"/>
                </a:lnTo>
                <a:lnTo>
                  <a:pt x="7355" y="1472"/>
                </a:lnTo>
                <a:lnTo>
                  <a:pt x="7388" y="1472"/>
                </a:lnTo>
                <a:lnTo>
                  <a:pt x="7408" y="1469"/>
                </a:lnTo>
                <a:lnTo>
                  <a:pt x="7415" y="1469"/>
                </a:lnTo>
                <a:lnTo>
                  <a:pt x="7415" y="1479"/>
                </a:lnTo>
                <a:lnTo>
                  <a:pt x="7429" y="1476"/>
                </a:lnTo>
                <a:lnTo>
                  <a:pt x="7432" y="1483"/>
                </a:lnTo>
                <a:lnTo>
                  <a:pt x="7438" y="1497"/>
                </a:lnTo>
                <a:lnTo>
                  <a:pt x="7441" y="1500"/>
                </a:lnTo>
                <a:lnTo>
                  <a:pt x="7443" y="1504"/>
                </a:lnTo>
                <a:lnTo>
                  <a:pt x="7445" y="1504"/>
                </a:lnTo>
                <a:lnTo>
                  <a:pt x="7445" y="1507"/>
                </a:lnTo>
                <a:lnTo>
                  <a:pt x="7448" y="1509"/>
                </a:lnTo>
                <a:lnTo>
                  <a:pt x="7450" y="1509"/>
                </a:lnTo>
                <a:lnTo>
                  <a:pt x="7452" y="1511"/>
                </a:lnTo>
                <a:lnTo>
                  <a:pt x="7457" y="1511"/>
                </a:lnTo>
                <a:lnTo>
                  <a:pt x="7452" y="1525"/>
                </a:lnTo>
                <a:lnTo>
                  <a:pt x="7438" y="1527"/>
                </a:lnTo>
                <a:lnTo>
                  <a:pt x="7429" y="1530"/>
                </a:lnTo>
                <a:lnTo>
                  <a:pt x="7429" y="1541"/>
                </a:lnTo>
                <a:lnTo>
                  <a:pt x="7438" y="1551"/>
                </a:lnTo>
                <a:lnTo>
                  <a:pt x="7399" y="1572"/>
                </a:lnTo>
                <a:lnTo>
                  <a:pt x="7399" y="1588"/>
                </a:lnTo>
                <a:lnTo>
                  <a:pt x="7429" y="1592"/>
                </a:lnTo>
                <a:lnTo>
                  <a:pt x="7429" y="1604"/>
                </a:lnTo>
                <a:lnTo>
                  <a:pt x="7395" y="1604"/>
                </a:lnTo>
                <a:lnTo>
                  <a:pt x="7395" y="1623"/>
                </a:lnTo>
                <a:lnTo>
                  <a:pt x="7626" y="1623"/>
                </a:lnTo>
                <a:lnTo>
                  <a:pt x="7626" y="1954"/>
                </a:lnTo>
                <a:lnTo>
                  <a:pt x="0" y="1954"/>
                </a:lnTo>
                <a:lnTo>
                  <a:pt x="0" y="1623"/>
                </a:lnTo>
                <a:lnTo>
                  <a:pt x="150" y="1623"/>
                </a:lnTo>
                <a:lnTo>
                  <a:pt x="153" y="1581"/>
                </a:lnTo>
                <a:lnTo>
                  <a:pt x="86" y="1581"/>
                </a:lnTo>
                <a:lnTo>
                  <a:pt x="62" y="1576"/>
                </a:lnTo>
                <a:lnTo>
                  <a:pt x="35" y="1569"/>
                </a:lnTo>
                <a:lnTo>
                  <a:pt x="37" y="1553"/>
                </a:lnTo>
                <a:lnTo>
                  <a:pt x="18" y="1548"/>
                </a:lnTo>
                <a:lnTo>
                  <a:pt x="18" y="1534"/>
                </a:lnTo>
                <a:lnTo>
                  <a:pt x="0" y="1527"/>
                </a:lnTo>
                <a:lnTo>
                  <a:pt x="2" y="1502"/>
                </a:lnTo>
                <a:lnTo>
                  <a:pt x="148" y="1435"/>
                </a:lnTo>
                <a:lnTo>
                  <a:pt x="148" y="1432"/>
                </a:lnTo>
                <a:lnTo>
                  <a:pt x="150" y="1430"/>
                </a:lnTo>
                <a:lnTo>
                  <a:pt x="150" y="1425"/>
                </a:lnTo>
                <a:lnTo>
                  <a:pt x="155" y="1421"/>
                </a:lnTo>
                <a:lnTo>
                  <a:pt x="146" y="1421"/>
                </a:lnTo>
                <a:lnTo>
                  <a:pt x="143" y="1418"/>
                </a:lnTo>
                <a:lnTo>
                  <a:pt x="143" y="1407"/>
                </a:lnTo>
                <a:lnTo>
                  <a:pt x="134" y="1407"/>
                </a:lnTo>
                <a:lnTo>
                  <a:pt x="134" y="1372"/>
                </a:lnTo>
                <a:lnTo>
                  <a:pt x="347" y="1372"/>
                </a:lnTo>
                <a:lnTo>
                  <a:pt x="527" y="1374"/>
                </a:lnTo>
                <a:lnTo>
                  <a:pt x="527" y="1274"/>
                </a:lnTo>
                <a:lnTo>
                  <a:pt x="541" y="1270"/>
                </a:lnTo>
                <a:lnTo>
                  <a:pt x="548" y="1270"/>
                </a:lnTo>
                <a:lnTo>
                  <a:pt x="550" y="1267"/>
                </a:lnTo>
                <a:lnTo>
                  <a:pt x="640" y="1267"/>
                </a:lnTo>
                <a:lnTo>
                  <a:pt x="640" y="1279"/>
                </a:lnTo>
                <a:lnTo>
                  <a:pt x="647" y="1279"/>
                </a:lnTo>
                <a:lnTo>
                  <a:pt x="645" y="1486"/>
                </a:lnTo>
                <a:lnTo>
                  <a:pt x="675" y="1500"/>
                </a:lnTo>
                <a:lnTo>
                  <a:pt x="675" y="1407"/>
                </a:lnTo>
                <a:lnTo>
                  <a:pt x="666" y="1404"/>
                </a:lnTo>
                <a:lnTo>
                  <a:pt x="666" y="1397"/>
                </a:lnTo>
                <a:lnTo>
                  <a:pt x="664" y="1397"/>
                </a:lnTo>
                <a:lnTo>
                  <a:pt x="661" y="1395"/>
                </a:lnTo>
                <a:lnTo>
                  <a:pt x="661" y="1381"/>
                </a:lnTo>
                <a:lnTo>
                  <a:pt x="666" y="1381"/>
                </a:lnTo>
                <a:lnTo>
                  <a:pt x="668" y="1384"/>
                </a:lnTo>
                <a:lnTo>
                  <a:pt x="668" y="1388"/>
                </a:lnTo>
                <a:lnTo>
                  <a:pt x="677" y="1388"/>
                </a:lnTo>
                <a:lnTo>
                  <a:pt x="677" y="1390"/>
                </a:lnTo>
                <a:lnTo>
                  <a:pt x="747" y="1372"/>
                </a:lnTo>
                <a:lnTo>
                  <a:pt x="747" y="1370"/>
                </a:lnTo>
                <a:lnTo>
                  <a:pt x="749" y="1367"/>
                </a:lnTo>
                <a:lnTo>
                  <a:pt x="749" y="1370"/>
                </a:lnTo>
                <a:lnTo>
                  <a:pt x="751" y="1370"/>
                </a:lnTo>
                <a:lnTo>
                  <a:pt x="754" y="1365"/>
                </a:lnTo>
                <a:lnTo>
                  <a:pt x="754" y="1360"/>
                </a:lnTo>
                <a:lnTo>
                  <a:pt x="756" y="1360"/>
                </a:lnTo>
                <a:lnTo>
                  <a:pt x="756" y="1358"/>
                </a:lnTo>
                <a:lnTo>
                  <a:pt x="758" y="1358"/>
                </a:lnTo>
                <a:lnTo>
                  <a:pt x="758" y="1360"/>
                </a:lnTo>
                <a:lnTo>
                  <a:pt x="761" y="1360"/>
                </a:lnTo>
                <a:lnTo>
                  <a:pt x="761" y="1365"/>
                </a:lnTo>
                <a:lnTo>
                  <a:pt x="763" y="1370"/>
                </a:lnTo>
                <a:lnTo>
                  <a:pt x="768" y="1370"/>
                </a:lnTo>
                <a:lnTo>
                  <a:pt x="768" y="1372"/>
                </a:lnTo>
                <a:lnTo>
                  <a:pt x="839" y="1388"/>
                </a:lnTo>
                <a:lnTo>
                  <a:pt x="839" y="1386"/>
                </a:lnTo>
                <a:lnTo>
                  <a:pt x="842" y="1386"/>
                </a:lnTo>
                <a:lnTo>
                  <a:pt x="842" y="1388"/>
                </a:lnTo>
                <a:lnTo>
                  <a:pt x="846" y="1388"/>
                </a:lnTo>
                <a:lnTo>
                  <a:pt x="846" y="1386"/>
                </a:lnTo>
                <a:lnTo>
                  <a:pt x="849" y="1386"/>
                </a:lnTo>
                <a:lnTo>
                  <a:pt x="849" y="1381"/>
                </a:lnTo>
                <a:lnTo>
                  <a:pt x="851" y="1381"/>
                </a:lnTo>
                <a:lnTo>
                  <a:pt x="851" y="1379"/>
                </a:lnTo>
                <a:lnTo>
                  <a:pt x="853" y="1379"/>
                </a:lnTo>
                <a:lnTo>
                  <a:pt x="853" y="1393"/>
                </a:lnTo>
                <a:lnTo>
                  <a:pt x="856" y="1393"/>
                </a:lnTo>
                <a:lnTo>
                  <a:pt x="853" y="1395"/>
                </a:lnTo>
                <a:lnTo>
                  <a:pt x="849" y="1397"/>
                </a:lnTo>
                <a:lnTo>
                  <a:pt x="851" y="1404"/>
                </a:lnTo>
                <a:lnTo>
                  <a:pt x="842" y="1407"/>
                </a:lnTo>
                <a:lnTo>
                  <a:pt x="842" y="1513"/>
                </a:lnTo>
                <a:lnTo>
                  <a:pt x="837" y="1513"/>
                </a:lnTo>
                <a:lnTo>
                  <a:pt x="837" y="1523"/>
                </a:lnTo>
                <a:lnTo>
                  <a:pt x="849" y="1530"/>
                </a:lnTo>
                <a:lnTo>
                  <a:pt x="849" y="1555"/>
                </a:lnTo>
                <a:lnTo>
                  <a:pt x="973" y="1558"/>
                </a:lnTo>
                <a:lnTo>
                  <a:pt x="992" y="1551"/>
                </a:lnTo>
                <a:lnTo>
                  <a:pt x="997" y="1551"/>
                </a:lnTo>
                <a:lnTo>
                  <a:pt x="1029" y="919"/>
                </a:lnTo>
                <a:lnTo>
                  <a:pt x="1031" y="894"/>
                </a:lnTo>
                <a:lnTo>
                  <a:pt x="1024" y="894"/>
                </a:lnTo>
                <a:lnTo>
                  <a:pt x="1022" y="892"/>
                </a:lnTo>
                <a:lnTo>
                  <a:pt x="1020" y="892"/>
                </a:lnTo>
                <a:lnTo>
                  <a:pt x="999" y="822"/>
                </a:lnTo>
                <a:lnTo>
                  <a:pt x="1001" y="820"/>
                </a:lnTo>
                <a:lnTo>
                  <a:pt x="1006" y="820"/>
                </a:lnTo>
                <a:lnTo>
                  <a:pt x="1006" y="815"/>
                </a:lnTo>
                <a:lnTo>
                  <a:pt x="1004" y="808"/>
                </a:lnTo>
                <a:lnTo>
                  <a:pt x="1004" y="796"/>
                </a:lnTo>
                <a:lnTo>
                  <a:pt x="1008" y="796"/>
                </a:lnTo>
                <a:lnTo>
                  <a:pt x="1013" y="794"/>
                </a:lnTo>
                <a:lnTo>
                  <a:pt x="1022" y="794"/>
                </a:lnTo>
                <a:lnTo>
                  <a:pt x="1022" y="769"/>
                </a:lnTo>
                <a:lnTo>
                  <a:pt x="1027" y="769"/>
                </a:lnTo>
                <a:lnTo>
                  <a:pt x="1029" y="766"/>
                </a:lnTo>
                <a:lnTo>
                  <a:pt x="1034" y="766"/>
                </a:lnTo>
                <a:lnTo>
                  <a:pt x="1038" y="627"/>
                </a:lnTo>
                <a:lnTo>
                  <a:pt x="1031" y="627"/>
                </a:lnTo>
                <a:lnTo>
                  <a:pt x="1029" y="625"/>
                </a:lnTo>
                <a:lnTo>
                  <a:pt x="1029" y="618"/>
                </a:lnTo>
                <a:lnTo>
                  <a:pt x="1024" y="618"/>
                </a:lnTo>
                <a:lnTo>
                  <a:pt x="1024" y="608"/>
                </a:lnTo>
                <a:lnTo>
                  <a:pt x="1020" y="608"/>
                </a:lnTo>
                <a:lnTo>
                  <a:pt x="1017" y="606"/>
                </a:lnTo>
                <a:lnTo>
                  <a:pt x="1015" y="599"/>
                </a:lnTo>
                <a:lnTo>
                  <a:pt x="1015" y="597"/>
                </a:lnTo>
                <a:lnTo>
                  <a:pt x="1017" y="590"/>
                </a:lnTo>
                <a:lnTo>
                  <a:pt x="1022" y="587"/>
                </a:lnTo>
                <a:lnTo>
                  <a:pt x="1022" y="583"/>
                </a:lnTo>
                <a:lnTo>
                  <a:pt x="1036" y="581"/>
                </a:lnTo>
                <a:lnTo>
                  <a:pt x="1036" y="576"/>
                </a:lnTo>
                <a:lnTo>
                  <a:pt x="1038" y="574"/>
                </a:lnTo>
                <a:lnTo>
                  <a:pt x="1038" y="497"/>
                </a:lnTo>
                <a:lnTo>
                  <a:pt x="1041" y="495"/>
                </a:lnTo>
                <a:lnTo>
                  <a:pt x="1045" y="492"/>
                </a:lnTo>
                <a:lnTo>
                  <a:pt x="1050" y="492"/>
                </a:lnTo>
                <a:lnTo>
                  <a:pt x="1054" y="490"/>
                </a:lnTo>
                <a:lnTo>
                  <a:pt x="1054" y="295"/>
                </a:lnTo>
                <a:lnTo>
                  <a:pt x="1057" y="293"/>
                </a:lnTo>
                <a:lnTo>
                  <a:pt x="1054" y="293"/>
                </a:lnTo>
                <a:lnTo>
                  <a:pt x="1054" y="195"/>
                </a:lnTo>
                <a:lnTo>
                  <a:pt x="1052" y="195"/>
                </a:lnTo>
                <a:lnTo>
                  <a:pt x="1052" y="170"/>
                </a:lnTo>
                <a:lnTo>
                  <a:pt x="1059" y="170"/>
                </a:lnTo>
                <a:lnTo>
                  <a:pt x="1061" y="167"/>
                </a:lnTo>
                <a:lnTo>
                  <a:pt x="1064" y="167"/>
                </a:lnTo>
                <a:lnTo>
                  <a:pt x="1064" y="170"/>
                </a:lnTo>
                <a:lnTo>
                  <a:pt x="1068" y="170"/>
                </a:lnTo>
                <a:lnTo>
                  <a:pt x="1068" y="218"/>
                </a:lnTo>
                <a:lnTo>
                  <a:pt x="1066" y="218"/>
                </a:lnTo>
                <a:lnTo>
                  <a:pt x="1068" y="221"/>
                </a:lnTo>
                <a:lnTo>
                  <a:pt x="1068" y="267"/>
                </a:lnTo>
                <a:lnTo>
                  <a:pt x="1066" y="270"/>
                </a:lnTo>
                <a:lnTo>
                  <a:pt x="1068" y="270"/>
                </a:lnTo>
                <a:lnTo>
                  <a:pt x="1068" y="293"/>
                </a:lnTo>
                <a:lnTo>
                  <a:pt x="1066" y="293"/>
                </a:lnTo>
                <a:lnTo>
                  <a:pt x="1066" y="295"/>
                </a:lnTo>
                <a:lnTo>
                  <a:pt x="1068" y="295"/>
                </a:lnTo>
                <a:lnTo>
                  <a:pt x="1068" y="490"/>
                </a:lnTo>
                <a:lnTo>
                  <a:pt x="1066" y="490"/>
                </a:lnTo>
                <a:lnTo>
                  <a:pt x="1073" y="492"/>
                </a:lnTo>
                <a:lnTo>
                  <a:pt x="1082" y="492"/>
                </a:lnTo>
                <a:lnTo>
                  <a:pt x="1084" y="495"/>
                </a:lnTo>
                <a:lnTo>
                  <a:pt x="1084" y="574"/>
                </a:lnTo>
                <a:lnTo>
                  <a:pt x="1087" y="574"/>
                </a:lnTo>
                <a:lnTo>
                  <a:pt x="1089" y="576"/>
                </a:lnTo>
                <a:lnTo>
                  <a:pt x="1089" y="583"/>
                </a:lnTo>
                <a:lnTo>
                  <a:pt x="1094" y="583"/>
                </a:lnTo>
                <a:lnTo>
                  <a:pt x="1098" y="585"/>
                </a:lnTo>
                <a:lnTo>
                  <a:pt x="1101" y="587"/>
                </a:lnTo>
                <a:lnTo>
                  <a:pt x="1098" y="597"/>
                </a:lnTo>
                <a:lnTo>
                  <a:pt x="1103" y="597"/>
                </a:lnTo>
                <a:lnTo>
                  <a:pt x="1105" y="599"/>
                </a:lnTo>
                <a:lnTo>
                  <a:pt x="1108" y="604"/>
                </a:lnTo>
                <a:lnTo>
                  <a:pt x="1108" y="611"/>
                </a:lnTo>
                <a:lnTo>
                  <a:pt x="1105" y="613"/>
                </a:lnTo>
                <a:lnTo>
                  <a:pt x="1103" y="613"/>
                </a:lnTo>
                <a:lnTo>
                  <a:pt x="1096" y="615"/>
                </a:lnTo>
                <a:lnTo>
                  <a:pt x="1096" y="622"/>
                </a:lnTo>
                <a:lnTo>
                  <a:pt x="1091" y="627"/>
                </a:lnTo>
                <a:lnTo>
                  <a:pt x="1087" y="627"/>
                </a:lnTo>
                <a:lnTo>
                  <a:pt x="1091" y="766"/>
                </a:lnTo>
                <a:lnTo>
                  <a:pt x="1098" y="766"/>
                </a:lnTo>
                <a:lnTo>
                  <a:pt x="1101" y="769"/>
                </a:lnTo>
                <a:lnTo>
                  <a:pt x="1103" y="769"/>
                </a:lnTo>
                <a:lnTo>
                  <a:pt x="1103" y="794"/>
                </a:lnTo>
                <a:lnTo>
                  <a:pt x="1114" y="794"/>
                </a:lnTo>
                <a:lnTo>
                  <a:pt x="1119" y="796"/>
                </a:lnTo>
                <a:lnTo>
                  <a:pt x="1121" y="796"/>
                </a:lnTo>
                <a:lnTo>
                  <a:pt x="1121" y="799"/>
                </a:lnTo>
                <a:lnTo>
                  <a:pt x="1124" y="806"/>
                </a:lnTo>
                <a:lnTo>
                  <a:pt x="1121" y="813"/>
                </a:lnTo>
                <a:lnTo>
                  <a:pt x="1121" y="820"/>
                </a:lnTo>
                <a:lnTo>
                  <a:pt x="1126" y="820"/>
                </a:lnTo>
                <a:lnTo>
                  <a:pt x="1108" y="892"/>
                </a:lnTo>
                <a:lnTo>
                  <a:pt x="1098" y="892"/>
                </a:lnTo>
                <a:lnTo>
                  <a:pt x="1096" y="894"/>
                </a:lnTo>
                <a:lnTo>
                  <a:pt x="1135" y="1537"/>
                </a:lnTo>
                <a:lnTo>
                  <a:pt x="1135" y="1532"/>
                </a:lnTo>
                <a:lnTo>
                  <a:pt x="1145" y="1530"/>
                </a:lnTo>
                <a:lnTo>
                  <a:pt x="1168" y="1530"/>
                </a:lnTo>
                <a:lnTo>
                  <a:pt x="1168" y="1504"/>
                </a:lnTo>
                <a:lnTo>
                  <a:pt x="1214" y="1504"/>
                </a:lnTo>
                <a:lnTo>
                  <a:pt x="1334" y="1507"/>
                </a:lnTo>
                <a:lnTo>
                  <a:pt x="1339" y="1518"/>
                </a:lnTo>
                <a:lnTo>
                  <a:pt x="1339" y="1520"/>
                </a:lnTo>
                <a:lnTo>
                  <a:pt x="1341" y="1520"/>
                </a:lnTo>
                <a:lnTo>
                  <a:pt x="1346" y="1523"/>
                </a:lnTo>
                <a:lnTo>
                  <a:pt x="1348" y="1523"/>
                </a:lnTo>
                <a:lnTo>
                  <a:pt x="1348" y="1534"/>
                </a:lnTo>
                <a:lnTo>
                  <a:pt x="1357" y="1534"/>
                </a:lnTo>
                <a:lnTo>
                  <a:pt x="1387" y="1537"/>
                </a:lnTo>
                <a:lnTo>
                  <a:pt x="1397" y="1537"/>
                </a:lnTo>
                <a:lnTo>
                  <a:pt x="1401" y="1548"/>
                </a:lnTo>
                <a:lnTo>
                  <a:pt x="1404" y="1558"/>
                </a:lnTo>
                <a:lnTo>
                  <a:pt x="1406" y="1565"/>
                </a:lnTo>
                <a:lnTo>
                  <a:pt x="1424" y="1565"/>
                </a:lnTo>
                <a:lnTo>
                  <a:pt x="1424" y="1558"/>
                </a:lnTo>
                <a:lnTo>
                  <a:pt x="1438" y="1558"/>
                </a:lnTo>
                <a:lnTo>
                  <a:pt x="1441" y="1565"/>
                </a:lnTo>
                <a:lnTo>
                  <a:pt x="1464" y="1567"/>
                </a:lnTo>
                <a:lnTo>
                  <a:pt x="1464" y="961"/>
                </a:lnTo>
                <a:lnTo>
                  <a:pt x="1466" y="910"/>
                </a:lnTo>
                <a:lnTo>
                  <a:pt x="1471" y="861"/>
                </a:lnTo>
                <a:lnTo>
                  <a:pt x="1475" y="817"/>
                </a:lnTo>
                <a:lnTo>
                  <a:pt x="1484" y="817"/>
                </a:lnTo>
                <a:lnTo>
                  <a:pt x="1526" y="806"/>
                </a:lnTo>
                <a:lnTo>
                  <a:pt x="1528" y="803"/>
                </a:lnTo>
                <a:lnTo>
                  <a:pt x="1607" y="803"/>
                </a:lnTo>
                <a:lnTo>
                  <a:pt x="1607" y="808"/>
                </a:lnTo>
                <a:lnTo>
                  <a:pt x="1644" y="820"/>
                </a:lnTo>
                <a:lnTo>
                  <a:pt x="1656" y="820"/>
                </a:lnTo>
                <a:lnTo>
                  <a:pt x="1660" y="861"/>
                </a:lnTo>
                <a:lnTo>
                  <a:pt x="1667" y="910"/>
                </a:lnTo>
                <a:lnTo>
                  <a:pt x="1669" y="961"/>
                </a:lnTo>
                <a:lnTo>
                  <a:pt x="1672" y="1017"/>
                </a:lnTo>
                <a:lnTo>
                  <a:pt x="1676" y="1609"/>
                </a:lnTo>
                <a:lnTo>
                  <a:pt x="1686" y="1611"/>
                </a:lnTo>
                <a:lnTo>
                  <a:pt x="1688" y="1613"/>
                </a:lnTo>
                <a:lnTo>
                  <a:pt x="1688" y="1616"/>
                </a:lnTo>
                <a:lnTo>
                  <a:pt x="1683" y="1618"/>
                </a:lnTo>
                <a:lnTo>
                  <a:pt x="1676" y="1620"/>
                </a:lnTo>
                <a:lnTo>
                  <a:pt x="1676" y="1623"/>
                </a:lnTo>
                <a:lnTo>
                  <a:pt x="1734" y="1623"/>
                </a:lnTo>
                <a:lnTo>
                  <a:pt x="1732" y="817"/>
                </a:lnTo>
                <a:lnTo>
                  <a:pt x="1762" y="796"/>
                </a:lnTo>
                <a:lnTo>
                  <a:pt x="2016" y="792"/>
                </a:lnTo>
                <a:lnTo>
                  <a:pt x="2072" y="813"/>
                </a:lnTo>
                <a:lnTo>
                  <a:pt x="2072" y="1623"/>
                </a:lnTo>
                <a:lnTo>
                  <a:pt x="2123" y="1623"/>
                </a:lnTo>
                <a:lnTo>
                  <a:pt x="2123" y="1585"/>
                </a:lnTo>
                <a:lnTo>
                  <a:pt x="2127" y="1562"/>
                </a:lnTo>
                <a:lnTo>
                  <a:pt x="2130" y="789"/>
                </a:lnTo>
                <a:lnTo>
                  <a:pt x="2123" y="789"/>
                </a:lnTo>
                <a:lnTo>
                  <a:pt x="2125" y="662"/>
                </a:lnTo>
                <a:lnTo>
                  <a:pt x="2155" y="662"/>
                </a:lnTo>
                <a:lnTo>
                  <a:pt x="2155" y="504"/>
                </a:lnTo>
                <a:lnTo>
                  <a:pt x="2160" y="504"/>
                </a:lnTo>
                <a:lnTo>
                  <a:pt x="2160" y="495"/>
                </a:lnTo>
                <a:lnTo>
                  <a:pt x="2164" y="485"/>
                </a:lnTo>
                <a:lnTo>
                  <a:pt x="2171" y="481"/>
                </a:lnTo>
                <a:lnTo>
                  <a:pt x="2176" y="485"/>
                </a:lnTo>
                <a:lnTo>
                  <a:pt x="2176" y="492"/>
                </a:lnTo>
                <a:lnTo>
                  <a:pt x="2171" y="502"/>
                </a:lnTo>
                <a:lnTo>
                  <a:pt x="2169" y="504"/>
                </a:lnTo>
                <a:lnTo>
                  <a:pt x="2178" y="504"/>
                </a:lnTo>
                <a:lnTo>
                  <a:pt x="2178" y="406"/>
                </a:lnTo>
                <a:lnTo>
                  <a:pt x="2183" y="406"/>
                </a:lnTo>
                <a:lnTo>
                  <a:pt x="2180" y="404"/>
                </a:lnTo>
                <a:lnTo>
                  <a:pt x="2180" y="397"/>
                </a:lnTo>
                <a:lnTo>
                  <a:pt x="2185" y="388"/>
                </a:lnTo>
                <a:lnTo>
                  <a:pt x="2192" y="383"/>
                </a:lnTo>
                <a:lnTo>
                  <a:pt x="2197" y="386"/>
                </a:lnTo>
                <a:lnTo>
                  <a:pt x="2199" y="395"/>
                </a:lnTo>
                <a:lnTo>
                  <a:pt x="2194" y="404"/>
                </a:lnTo>
                <a:lnTo>
                  <a:pt x="2190" y="406"/>
                </a:lnTo>
                <a:lnTo>
                  <a:pt x="2199" y="406"/>
                </a:lnTo>
                <a:lnTo>
                  <a:pt x="2199" y="325"/>
                </a:lnTo>
                <a:lnTo>
                  <a:pt x="2220" y="325"/>
                </a:lnTo>
                <a:lnTo>
                  <a:pt x="2220" y="198"/>
                </a:lnTo>
                <a:lnTo>
                  <a:pt x="2231" y="198"/>
                </a:lnTo>
                <a:lnTo>
                  <a:pt x="2231" y="174"/>
                </a:lnTo>
                <a:lnTo>
                  <a:pt x="2229" y="174"/>
                </a:lnTo>
                <a:lnTo>
                  <a:pt x="2227" y="165"/>
                </a:lnTo>
                <a:lnTo>
                  <a:pt x="2227" y="163"/>
                </a:lnTo>
                <a:lnTo>
                  <a:pt x="2224" y="160"/>
                </a:lnTo>
                <a:lnTo>
                  <a:pt x="2229" y="151"/>
                </a:lnTo>
                <a:lnTo>
                  <a:pt x="2231" y="151"/>
                </a:lnTo>
                <a:lnTo>
                  <a:pt x="2231" y="147"/>
                </a:lnTo>
                <a:lnTo>
                  <a:pt x="2234" y="147"/>
                </a:lnTo>
                <a:lnTo>
                  <a:pt x="2234" y="21"/>
                </a:lnTo>
                <a:lnTo>
                  <a:pt x="2236" y="0"/>
                </a:lnTo>
                <a:close/>
              </a:path>
            </a:pathLst>
          </a:custGeom>
          <a:solidFill>
            <a:schemeClr val="lt1">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102" name="Google Shape;102;p1"/>
          <p:cNvGrpSpPr/>
          <p:nvPr/>
        </p:nvGrpSpPr>
        <p:grpSpPr>
          <a:xfrm>
            <a:off x="11107269" y="750314"/>
            <a:ext cx="980047" cy="3826449"/>
            <a:chOff x="8075612" y="2339975"/>
            <a:chExt cx="547687" cy="2138363"/>
          </a:xfrm>
        </p:grpSpPr>
        <p:sp>
          <p:nvSpPr>
            <p:cNvPr id="103" name="Google Shape;103;p1"/>
            <p:cNvSpPr/>
            <p:nvPr/>
          </p:nvSpPr>
          <p:spPr>
            <a:xfrm>
              <a:off x="8075612" y="3886200"/>
              <a:ext cx="547687" cy="5921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104" name="Google Shape;104;p1"/>
            <p:cNvGrpSpPr/>
            <p:nvPr/>
          </p:nvGrpSpPr>
          <p:grpSpPr>
            <a:xfrm>
              <a:off x="8128000" y="2339975"/>
              <a:ext cx="436562" cy="2012950"/>
              <a:chOff x="7697788" y="3805238"/>
              <a:chExt cx="436562" cy="2012950"/>
            </a:xfrm>
          </p:grpSpPr>
          <p:sp>
            <p:nvSpPr>
              <p:cNvPr id="105" name="Google Shape;105;p1"/>
              <p:cNvSpPr/>
              <p:nvPr/>
            </p:nvSpPr>
            <p:spPr>
              <a:xfrm>
                <a:off x="7704138" y="4318000"/>
                <a:ext cx="430212" cy="1193800"/>
              </a:xfrm>
              <a:custGeom>
                <a:rect b="b" l="l" r="r" t="t"/>
                <a:pathLst>
                  <a:path extrusionOk="0" h="752" w="271">
                    <a:moveTo>
                      <a:pt x="135" y="0"/>
                    </a:moveTo>
                    <a:lnTo>
                      <a:pt x="241" y="137"/>
                    </a:lnTo>
                    <a:lnTo>
                      <a:pt x="271" y="137"/>
                    </a:lnTo>
                    <a:lnTo>
                      <a:pt x="271" y="752"/>
                    </a:lnTo>
                    <a:lnTo>
                      <a:pt x="0" y="752"/>
                    </a:lnTo>
                    <a:lnTo>
                      <a:pt x="0" y="137"/>
                    </a:lnTo>
                    <a:lnTo>
                      <a:pt x="29" y="137"/>
                    </a:lnTo>
                    <a:lnTo>
                      <a:pt x="135"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6" name="Google Shape;106;p1"/>
              <p:cNvSpPr/>
              <p:nvPr/>
            </p:nvSpPr>
            <p:spPr>
              <a:xfrm>
                <a:off x="7875588" y="45847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7" name="Google Shape;107;p1"/>
              <p:cNvSpPr/>
              <p:nvPr/>
            </p:nvSpPr>
            <p:spPr>
              <a:xfrm>
                <a:off x="7993063" y="45847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8" name="Google Shape;108;p1"/>
              <p:cNvSpPr/>
              <p:nvPr/>
            </p:nvSpPr>
            <p:spPr>
              <a:xfrm>
                <a:off x="7758113" y="4584700"/>
                <a:ext cx="84137"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9" name="Google Shape;109;p1"/>
              <p:cNvSpPr/>
              <p:nvPr/>
            </p:nvSpPr>
            <p:spPr>
              <a:xfrm>
                <a:off x="7875588" y="47371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0" name="Google Shape;110;p1"/>
              <p:cNvSpPr/>
              <p:nvPr/>
            </p:nvSpPr>
            <p:spPr>
              <a:xfrm>
                <a:off x="7993063" y="47371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1" name="Google Shape;111;p1"/>
              <p:cNvSpPr/>
              <p:nvPr/>
            </p:nvSpPr>
            <p:spPr>
              <a:xfrm>
                <a:off x="7758113" y="4737100"/>
                <a:ext cx="84137"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2" name="Google Shape;112;p1"/>
              <p:cNvSpPr/>
              <p:nvPr/>
            </p:nvSpPr>
            <p:spPr>
              <a:xfrm>
                <a:off x="7875588" y="4889500"/>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3" name="Google Shape;113;p1"/>
              <p:cNvSpPr/>
              <p:nvPr/>
            </p:nvSpPr>
            <p:spPr>
              <a:xfrm>
                <a:off x="7993063" y="4889500"/>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4" name="Google Shape;114;p1"/>
              <p:cNvSpPr/>
              <p:nvPr/>
            </p:nvSpPr>
            <p:spPr>
              <a:xfrm>
                <a:off x="7758113" y="4889500"/>
                <a:ext cx="84137"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5" name="Google Shape;115;p1"/>
              <p:cNvSpPr/>
              <p:nvPr/>
            </p:nvSpPr>
            <p:spPr>
              <a:xfrm>
                <a:off x="7875588" y="5040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6" name="Google Shape;116;p1"/>
              <p:cNvSpPr/>
              <p:nvPr/>
            </p:nvSpPr>
            <p:spPr>
              <a:xfrm>
                <a:off x="7993063" y="5040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7" name="Google Shape;117;p1"/>
              <p:cNvSpPr/>
              <p:nvPr/>
            </p:nvSpPr>
            <p:spPr>
              <a:xfrm>
                <a:off x="7758113" y="5040313"/>
                <a:ext cx="84137"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8" name="Google Shape;118;p1"/>
              <p:cNvSpPr/>
              <p:nvPr/>
            </p:nvSpPr>
            <p:spPr>
              <a:xfrm>
                <a:off x="7875588" y="51927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9" name="Google Shape;119;p1"/>
              <p:cNvSpPr/>
              <p:nvPr/>
            </p:nvSpPr>
            <p:spPr>
              <a:xfrm>
                <a:off x="7993063" y="51927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0" name="Google Shape;120;p1"/>
              <p:cNvSpPr/>
              <p:nvPr/>
            </p:nvSpPr>
            <p:spPr>
              <a:xfrm>
                <a:off x="7758113" y="5192713"/>
                <a:ext cx="84137"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1" name="Google Shape;121;p1"/>
              <p:cNvSpPr/>
              <p:nvPr/>
            </p:nvSpPr>
            <p:spPr>
              <a:xfrm>
                <a:off x="7910513" y="3805238"/>
                <a:ext cx="12700" cy="5365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2" name="Google Shape;122;p1"/>
              <p:cNvSpPr/>
              <p:nvPr/>
            </p:nvSpPr>
            <p:spPr>
              <a:xfrm>
                <a:off x="7815263" y="53959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3" name="Google Shape;123;p1"/>
              <p:cNvSpPr/>
              <p:nvPr/>
            </p:nvSpPr>
            <p:spPr>
              <a:xfrm>
                <a:off x="7934325" y="53959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4" name="Google Shape;124;p1"/>
              <p:cNvSpPr/>
              <p:nvPr/>
            </p:nvSpPr>
            <p:spPr>
              <a:xfrm>
                <a:off x="7697788" y="5395913"/>
                <a:ext cx="87312"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5" name="Google Shape;125;p1"/>
              <p:cNvSpPr/>
              <p:nvPr/>
            </p:nvSpPr>
            <p:spPr>
              <a:xfrm>
                <a:off x="7815263" y="5548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6" name="Google Shape;126;p1"/>
              <p:cNvSpPr/>
              <p:nvPr/>
            </p:nvSpPr>
            <p:spPr>
              <a:xfrm>
                <a:off x="7934325" y="5548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7" name="Google Shape;127;p1"/>
              <p:cNvSpPr/>
              <p:nvPr/>
            </p:nvSpPr>
            <p:spPr>
              <a:xfrm>
                <a:off x="7697788" y="5548313"/>
                <a:ext cx="87312"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8" name="Google Shape;128;p1"/>
              <p:cNvSpPr/>
              <p:nvPr/>
            </p:nvSpPr>
            <p:spPr>
              <a:xfrm>
                <a:off x="7815263" y="569912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9" name="Google Shape;129;p1"/>
              <p:cNvSpPr/>
              <p:nvPr/>
            </p:nvSpPr>
            <p:spPr>
              <a:xfrm>
                <a:off x="7934325" y="569912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0" name="Google Shape;130;p1"/>
              <p:cNvSpPr/>
              <p:nvPr/>
            </p:nvSpPr>
            <p:spPr>
              <a:xfrm>
                <a:off x="8043863" y="53959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1" name="Google Shape;131;p1"/>
              <p:cNvSpPr/>
              <p:nvPr/>
            </p:nvSpPr>
            <p:spPr>
              <a:xfrm>
                <a:off x="8043863" y="5548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2" name="Google Shape;132;p1"/>
              <p:cNvSpPr/>
              <p:nvPr/>
            </p:nvSpPr>
            <p:spPr>
              <a:xfrm>
                <a:off x="8043863" y="569912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3" name="Google Shape;133;p1"/>
              <p:cNvSpPr/>
              <p:nvPr/>
            </p:nvSpPr>
            <p:spPr>
              <a:xfrm>
                <a:off x="7697788" y="5699125"/>
                <a:ext cx="87312"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grpSp>
        <p:nvGrpSpPr>
          <p:cNvPr id="134" name="Google Shape;134;p1"/>
          <p:cNvGrpSpPr/>
          <p:nvPr/>
        </p:nvGrpSpPr>
        <p:grpSpPr>
          <a:xfrm>
            <a:off x="-1" y="1780127"/>
            <a:ext cx="826110" cy="2696611"/>
            <a:chOff x="8228012" y="4114800"/>
            <a:chExt cx="582156" cy="1900290"/>
          </a:xfrm>
        </p:grpSpPr>
        <p:sp>
          <p:nvSpPr>
            <p:cNvPr id="135" name="Google Shape;135;p1"/>
            <p:cNvSpPr/>
            <p:nvPr/>
          </p:nvSpPr>
          <p:spPr>
            <a:xfrm>
              <a:off x="8309656" y="4515920"/>
              <a:ext cx="407036" cy="4413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6" name="Google Shape;136;p1"/>
            <p:cNvSpPr/>
            <p:nvPr/>
          </p:nvSpPr>
          <p:spPr>
            <a:xfrm>
              <a:off x="8437447"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7" name="Google Shape;137;p1"/>
            <p:cNvSpPr/>
            <p:nvPr/>
          </p:nvSpPr>
          <p:spPr>
            <a:xfrm>
              <a:off x="8525007"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8" name="Google Shape;138;p1"/>
            <p:cNvSpPr/>
            <p:nvPr/>
          </p:nvSpPr>
          <p:spPr>
            <a:xfrm>
              <a:off x="8349886" y="454905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9" name="Google Shape;139;p1"/>
            <p:cNvSpPr/>
            <p:nvPr/>
          </p:nvSpPr>
          <p:spPr>
            <a:xfrm>
              <a:off x="8437447"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0" name="Google Shape;140;p1"/>
            <p:cNvSpPr/>
            <p:nvPr/>
          </p:nvSpPr>
          <p:spPr>
            <a:xfrm>
              <a:off x="8525007"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1" name="Google Shape;141;p1"/>
            <p:cNvSpPr/>
            <p:nvPr/>
          </p:nvSpPr>
          <p:spPr>
            <a:xfrm>
              <a:off x="8349886" y="466264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2" name="Google Shape;142;p1"/>
            <p:cNvSpPr/>
            <p:nvPr/>
          </p:nvSpPr>
          <p:spPr>
            <a:xfrm>
              <a:off x="8437447"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3" name="Google Shape;143;p1"/>
            <p:cNvSpPr/>
            <p:nvPr/>
          </p:nvSpPr>
          <p:spPr>
            <a:xfrm>
              <a:off x="8525007"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4" name="Google Shape;144;p1"/>
            <p:cNvSpPr/>
            <p:nvPr/>
          </p:nvSpPr>
          <p:spPr>
            <a:xfrm>
              <a:off x="8606650"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5" name="Google Shape;145;p1"/>
            <p:cNvSpPr/>
            <p:nvPr/>
          </p:nvSpPr>
          <p:spPr>
            <a:xfrm>
              <a:off x="8606650"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6" name="Google Shape;146;p1"/>
            <p:cNvSpPr/>
            <p:nvPr/>
          </p:nvSpPr>
          <p:spPr>
            <a:xfrm>
              <a:off x="8606650"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7" name="Google Shape;147;p1"/>
            <p:cNvSpPr/>
            <p:nvPr/>
          </p:nvSpPr>
          <p:spPr>
            <a:xfrm>
              <a:off x="8349886" y="477623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8" name="Google Shape;148;p1"/>
            <p:cNvSpPr/>
            <p:nvPr/>
          </p:nvSpPr>
          <p:spPr>
            <a:xfrm>
              <a:off x="8259960" y="4887458"/>
              <a:ext cx="507612" cy="46501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9" name="Google Shape;149;p1"/>
            <p:cNvSpPr/>
            <p:nvPr/>
          </p:nvSpPr>
          <p:spPr>
            <a:xfrm>
              <a:off x="8301373"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0" name="Google Shape;150;p1"/>
            <p:cNvSpPr/>
            <p:nvPr/>
          </p:nvSpPr>
          <p:spPr>
            <a:xfrm>
              <a:off x="8388933"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1" name="Google Shape;151;p1"/>
            <p:cNvSpPr/>
            <p:nvPr/>
          </p:nvSpPr>
          <p:spPr>
            <a:xfrm>
              <a:off x="8565237" y="4924139"/>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2" name="Google Shape;152;p1"/>
            <p:cNvSpPr/>
            <p:nvPr/>
          </p:nvSpPr>
          <p:spPr>
            <a:xfrm>
              <a:off x="8652797"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3" name="Google Shape;153;p1"/>
            <p:cNvSpPr/>
            <p:nvPr/>
          </p:nvSpPr>
          <p:spPr>
            <a:xfrm>
              <a:off x="8477677"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4" name="Google Shape;154;p1"/>
            <p:cNvSpPr/>
            <p:nvPr/>
          </p:nvSpPr>
          <p:spPr>
            <a:xfrm>
              <a:off x="8301373"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5" name="Google Shape;155;p1"/>
            <p:cNvSpPr/>
            <p:nvPr/>
          </p:nvSpPr>
          <p:spPr>
            <a:xfrm>
              <a:off x="8388933"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6" name="Google Shape;156;p1"/>
            <p:cNvSpPr/>
            <p:nvPr/>
          </p:nvSpPr>
          <p:spPr>
            <a:xfrm>
              <a:off x="8565237" y="5043647"/>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7" name="Google Shape;157;p1"/>
            <p:cNvSpPr/>
            <p:nvPr/>
          </p:nvSpPr>
          <p:spPr>
            <a:xfrm>
              <a:off x="8652797"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8" name="Google Shape;158;p1"/>
            <p:cNvSpPr/>
            <p:nvPr/>
          </p:nvSpPr>
          <p:spPr>
            <a:xfrm>
              <a:off x="8477677"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9" name="Google Shape;159;p1"/>
            <p:cNvSpPr/>
            <p:nvPr/>
          </p:nvSpPr>
          <p:spPr>
            <a:xfrm>
              <a:off x="8301373"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0" name="Google Shape;160;p1"/>
            <p:cNvSpPr/>
            <p:nvPr/>
          </p:nvSpPr>
          <p:spPr>
            <a:xfrm>
              <a:off x="8388933"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1" name="Google Shape;161;p1"/>
            <p:cNvSpPr/>
            <p:nvPr/>
          </p:nvSpPr>
          <p:spPr>
            <a:xfrm>
              <a:off x="8565237" y="515842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2" name="Google Shape;162;p1"/>
            <p:cNvSpPr/>
            <p:nvPr/>
          </p:nvSpPr>
          <p:spPr>
            <a:xfrm>
              <a:off x="8652797"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3" name="Google Shape;163;p1"/>
            <p:cNvSpPr/>
            <p:nvPr/>
          </p:nvSpPr>
          <p:spPr>
            <a:xfrm>
              <a:off x="8477677"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4" name="Google Shape;164;p1"/>
            <p:cNvSpPr/>
            <p:nvPr/>
          </p:nvSpPr>
          <p:spPr>
            <a:xfrm>
              <a:off x="8228012" y="5292128"/>
              <a:ext cx="582156" cy="722962"/>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5" name="Google Shape;165;p1"/>
            <p:cNvSpPr/>
            <p:nvPr/>
          </p:nvSpPr>
          <p:spPr>
            <a:xfrm>
              <a:off x="8264693" y="5332358"/>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6" name="Google Shape;166;p1"/>
            <p:cNvSpPr/>
            <p:nvPr/>
          </p:nvSpPr>
          <p:spPr>
            <a:xfrm>
              <a:off x="8351069" y="544594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7" name="Google Shape;167;p1"/>
            <p:cNvSpPr/>
            <p:nvPr/>
          </p:nvSpPr>
          <p:spPr>
            <a:xfrm>
              <a:off x="8438629"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8" name="Google Shape;168;p1"/>
            <p:cNvSpPr/>
            <p:nvPr/>
          </p:nvSpPr>
          <p:spPr>
            <a:xfrm>
              <a:off x="8264693"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9" name="Google Shape;169;p1"/>
            <p:cNvSpPr/>
            <p:nvPr/>
          </p:nvSpPr>
          <p:spPr>
            <a:xfrm>
              <a:off x="8351069" y="555954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0" name="Google Shape;170;p1"/>
            <p:cNvSpPr/>
            <p:nvPr/>
          </p:nvSpPr>
          <p:spPr>
            <a:xfrm>
              <a:off x="8438629"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1" name="Google Shape;171;p1"/>
            <p:cNvSpPr/>
            <p:nvPr/>
          </p:nvSpPr>
          <p:spPr>
            <a:xfrm>
              <a:off x="8264693"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2" name="Google Shape;172;p1"/>
            <p:cNvSpPr/>
            <p:nvPr/>
          </p:nvSpPr>
          <p:spPr>
            <a:xfrm>
              <a:off x="8351069" y="567194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3" name="Google Shape;173;p1"/>
            <p:cNvSpPr/>
            <p:nvPr/>
          </p:nvSpPr>
          <p:spPr>
            <a:xfrm>
              <a:off x="8438629"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4" name="Google Shape;174;p1"/>
            <p:cNvSpPr/>
            <p:nvPr/>
          </p:nvSpPr>
          <p:spPr>
            <a:xfrm>
              <a:off x="8264693"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5" name="Google Shape;175;p1"/>
            <p:cNvSpPr/>
            <p:nvPr/>
          </p:nvSpPr>
          <p:spPr>
            <a:xfrm>
              <a:off x="8351069" y="5785540"/>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6" name="Google Shape;176;p1"/>
            <p:cNvSpPr/>
            <p:nvPr/>
          </p:nvSpPr>
          <p:spPr>
            <a:xfrm>
              <a:off x="8438629"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7" name="Google Shape;177;p1"/>
            <p:cNvSpPr/>
            <p:nvPr/>
          </p:nvSpPr>
          <p:spPr>
            <a:xfrm>
              <a:off x="8264693"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8" name="Google Shape;178;p1"/>
            <p:cNvSpPr/>
            <p:nvPr/>
          </p:nvSpPr>
          <p:spPr>
            <a:xfrm>
              <a:off x="8698943" y="5332358"/>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9" name="Google Shape;179;p1"/>
            <p:cNvSpPr/>
            <p:nvPr/>
          </p:nvSpPr>
          <p:spPr>
            <a:xfrm>
              <a:off x="8612567"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0" name="Google Shape;180;p1"/>
            <p:cNvSpPr/>
            <p:nvPr/>
          </p:nvSpPr>
          <p:spPr>
            <a:xfrm>
              <a:off x="8698943" y="544594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1" name="Google Shape;181;p1"/>
            <p:cNvSpPr/>
            <p:nvPr/>
          </p:nvSpPr>
          <p:spPr>
            <a:xfrm>
              <a:off x="8525007" y="5445949"/>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2" name="Google Shape;182;p1"/>
            <p:cNvSpPr/>
            <p:nvPr/>
          </p:nvSpPr>
          <p:spPr>
            <a:xfrm>
              <a:off x="8351069" y="5334725"/>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3" name="Google Shape;183;p1"/>
            <p:cNvSpPr/>
            <p:nvPr/>
          </p:nvSpPr>
          <p:spPr>
            <a:xfrm>
              <a:off x="8438629" y="533472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4" name="Google Shape;184;p1"/>
            <p:cNvSpPr/>
            <p:nvPr/>
          </p:nvSpPr>
          <p:spPr>
            <a:xfrm>
              <a:off x="8612567" y="533472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5" name="Google Shape;185;p1"/>
            <p:cNvSpPr/>
            <p:nvPr/>
          </p:nvSpPr>
          <p:spPr>
            <a:xfrm>
              <a:off x="8525007" y="5334725"/>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6" name="Google Shape;186;p1"/>
            <p:cNvSpPr/>
            <p:nvPr/>
          </p:nvSpPr>
          <p:spPr>
            <a:xfrm>
              <a:off x="8612567"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7" name="Google Shape;187;p1"/>
            <p:cNvSpPr/>
            <p:nvPr/>
          </p:nvSpPr>
          <p:spPr>
            <a:xfrm>
              <a:off x="8698943" y="555954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8" name="Google Shape;188;p1"/>
            <p:cNvSpPr/>
            <p:nvPr/>
          </p:nvSpPr>
          <p:spPr>
            <a:xfrm>
              <a:off x="8525007" y="555954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9" name="Google Shape;189;p1"/>
            <p:cNvSpPr/>
            <p:nvPr/>
          </p:nvSpPr>
          <p:spPr>
            <a:xfrm>
              <a:off x="8612567"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90" name="Google Shape;190;p1"/>
            <p:cNvSpPr/>
            <p:nvPr/>
          </p:nvSpPr>
          <p:spPr>
            <a:xfrm>
              <a:off x="8698943" y="567194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91" name="Google Shape;191;p1"/>
            <p:cNvSpPr/>
            <p:nvPr/>
          </p:nvSpPr>
          <p:spPr>
            <a:xfrm>
              <a:off x="8525007" y="5671949"/>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92" name="Google Shape;192;p1"/>
            <p:cNvSpPr/>
            <p:nvPr/>
          </p:nvSpPr>
          <p:spPr>
            <a:xfrm>
              <a:off x="8612567"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93" name="Google Shape;193;p1"/>
            <p:cNvSpPr/>
            <p:nvPr/>
          </p:nvSpPr>
          <p:spPr>
            <a:xfrm>
              <a:off x="8698943" y="5785540"/>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94" name="Google Shape;194;p1"/>
            <p:cNvSpPr/>
            <p:nvPr/>
          </p:nvSpPr>
          <p:spPr>
            <a:xfrm>
              <a:off x="8525007" y="5785540"/>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95" name="Google Shape;195;p1"/>
            <p:cNvSpPr/>
            <p:nvPr/>
          </p:nvSpPr>
          <p:spPr>
            <a:xfrm>
              <a:off x="8371185" y="4114800"/>
              <a:ext cx="285162" cy="405853"/>
            </a:xfrm>
            <a:custGeom>
              <a:rect b="b" l="l" r="r" t="t"/>
              <a:pathLst>
                <a:path extrusionOk="0" h="343" w="241">
                  <a:moveTo>
                    <a:pt x="126" y="0"/>
                  </a:moveTo>
                  <a:lnTo>
                    <a:pt x="212" y="115"/>
                  </a:lnTo>
                  <a:lnTo>
                    <a:pt x="241" y="115"/>
                  </a:lnTo>
                  <a:lnTo>
                    <a:pt x="241" y="343"/>
                  </a:lnTo>
                  <a:lnTo>
                    <a:pt x="0" y="343"/>
                  </a:lnTo>
                  <a:lnTo>
                    <a:pt x="0" y="115"/>
                  </a:lnTo>
                  <a:lnTo>
                    <a:pt x="27" y="115"/>
                  </a:lnTo>
                  <a:lnTo>
                    <a:pt x="12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96" name="Google Shape;196;p1"/>
            <p:cNvSpPr/>
            <p:nvPr/>
          </p:nvSpPr>
          <p:spPr>
            <a:xfrm>
              <a:off x="8417331" y="4317135"/>
              <a:ext cx="88744" cy="14435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97" name="Google Shape;197;p1"/>
            <p:cNvSpPr/>
            <p:nvPr/>
          </p:nvSpPr>
          <p:spPr>
            <a:xfrm>
              <a:off x="8522640" y="4317135"/>
              <a:ext cx="88744" cy="14435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98" name="Google Shape;198;p1"/>
          <p:cNvGrpSpPr/>
          <p:nvPr/>
        </p:nvGrpSpPr>
        <p:grpSpPr>
          <a:xfrm>
            <a:off x="6018212" y="1066800"/>
            <a:ext cx="3022600" cy="3514992"/>
            <a:chOff x="9513887" y="1371600"/>
            <a:chExt cx="3937000" cy="4578351"/>
          </a:xfrm>
        </p:grpSpPr>
        <p:sp>
          <p:nvSpPr>
            <p:cNvPr id="199" name="Google Shape;199;p1"/>
            <p:cNvSpPr/>
            <p:nvPr/>
          </p:nvSpPr>
          <p:spPr>
            <a:xfrm>
              <a:off x="11222037" y="2674938"/>
              <a:ext cx="501650" cy="3275013"/>
            </a:xfrm>
            <a:custGeom>
              <a:rect b="b" l="l" r="r" t="t"/>
              <a:pathLst>
                <a:path extrusionOk="0" h="2063" w="316">
                  <a:moveTo>
                    <a:pt x="0" y="0"/>
                  </a:moveTo>
                  <a:lnTo>
                    <a:pt x="316" y="237"/>
                  </a:lnTo>
                  <a:lnTo>
                    <a:pt x="316" y="2063"/>
                  </a:lnTo>
                  <a:lnTo>
                    <a:pt x="0" y="2063"/>
                  </a:lnTo>
                  <a:lnTo>
                    <a:pt x="0" y="0"/>
                  </a:lnTo>
                  <a:close/>
                </a:path>
              </a:pathLst>
            </a:custGeom>
            <a:solidFill>
              <a:schemeClr val="lt1">
                <a:alpha val="4980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0" name="Google Shape;200;p1"/>
            <p:cNvSpPr/>
            <p:nvPr/>
          </p:nvSpPr>
          <p:spPr>
            <a:xfrm>
              <a:off x="12212637" y="2043113"/>
              <a:ext cx="771525" cy="3906838"/>
            </a:xfrm>
            <a:custGeom>
              <a:rect b="b" l="l" r="r" t="t"/>
              <a:pathLst>
                <a:path extrusionOk="0" h="2461" w="486">
                  <a:moveTo>
                    <a:pt x="227" y="0"/>
                  </a:moveTo>
                  <a:lnTo>
                    <a:pt x="261" y="0"/>
                  </a:lnTo>
                  <a:lnTo>
                    <a:pt x="261" y="382"/>
                  </a:lnTo>
                  <a:lnTo>
                    <a:pt x="310" y="382"/>
                  </a:lnTo>
                  <a:lnTo>
                    <a:pt x="310" y="665"/>
                  </a:lnTo>
                  <a:lnTo>
                    <a:pt x="385" y="665"/>
                  </a:lnTo>
                  <a:lnTo>
                    <a:pt x="385" y="947"/>
                  </a:lnTo>
                  <a:lnTo>
                    <a:pt x="486" y="947"/>
                  </a:lnTo>
                  <a:lnTo>
                    <a:pt x="486" y="2461"/>
                  </a:lnTo>
                  <a:lnTo>
                    <a:pt x="0" y="2461"/>
                  </a:lnTo>
                  <a:lnTo>
                    <a:pt x="0" y="947"/>
                  </a:lnTo>
                  <a:lnTo>
                    <a:pt x="103" y="947"/>
                  </a:lnTo>
                  <a:lnTo>
                    <a:pt x="103" y="665"/>
                  </a:lnTo>
                  <a:lnTo>
                    <a:pt x="178" y="665"/>
                  </a:lnTo>
                  <a:lnTo>
                    <a:pt x="178" y="382"/>
                  </a:lnTo>
                  <a:lnTo>
                    <a:pt x="227" y="382"/>
                  </a:lnTo>
                  <a:lnTo>
                    <a:pt x="227" y="0"/>
                  </a:lnTo>
                  <a:close/>
                </a:path>
              </a:pathLst>
            </a:custGeom>
            <a:solidFill>
              <a:schemeClr val="lt1">
                <a:alpha val="4980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1" name="Google Shape;201;p1"/>
            <p:cNvSpPr/>
            <p:nvPr/>
          </p:nvSpPr>
          <p:spPr>
            <a:xfrm>
              <a:off x="12952412" y="2136775"/>
              <a:ext cx="498475" cy="3813175"/>
            </a:xfrm>
            <a:custGeom>
              <a:rect b="b" l="l" r="r" t="t"/>
              <a:pathLst>
                <a:path extrusionOk="0" h="2402" w="314">
                  <a:moveTo>
                    <a:pt x="0" y="0"/>
                  </a:moveTo>
                  <a:lnTo>
                    <a:pt x="32" y="0"/>
                  </a:lnTo>
                  <a:lnTo>
                    <a:pt x="32" y="363"/>
                  </a:lnTo>
                  <a:lnTo>
                    <a:pt x="314" y="576"/>
                  </a:lnTo>
                  <a:lnTo>
                    <a:pt x="314" y="2402"/>
                  </a:lnTo>
                  <a:lnTo>
                    <a:pt x="0" y="2402"/>
                  </a:lnTo>
                  <a:lnTo>
                    <a:pt x="0" y="0"/>
                  </a:lnTo>
                  <a:close/>
                </a:path>
              </a:pathLst>
            </a:custGeom>
            <a:solidFill>
              <a:schemeClr val="lt1">
                <a:alpha val="4980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2" name="Google Shape;202;p1"/>
            <p:cNvSpPr/>
            <p:nvPr/>
          </p:nvSpPr>
          <p:spPr>
            <a:xfrm>
              <a:off x="9513887" y="1371600"/>
              <a:ext cx="768350" cy="4578350"/>
            </a:xfrm>
            <a:custGeom>
              <a:rect b="b" l="l" r="r" t="t"/>
              <a:pathLst>
                <a:path extrusionOk="0" h="2884" w="484">
                  <a:moveTo>
                    <a:pt x="305" y="0"/>
                  </a:moveTo>
                  <a:lnTo>
                    <a:pt x="322" y="0"/>
                  </a:lnTo>
                  <a:lnTo>
                    <a:pt x="322" y="407"/>
                  </a:lnTo>
                  <a:lnTo>
                    <a:pt x="409" y="407"/>
                  </a:lnTo>
                  <a:lnTo>
                    <a:pt x="409" y="731"/>
                  </a:lnTo>
                  <a:lnTo>
                    <a:pt x="484" y="731"/>
                  </a:lnTo>
                  <a:lnTo>
                    <a:pt x="484" y="2884"/>
                  </a:lnTo>
                  <a:lnTo>
                    <a:pt x="0" y="2884"/>
                  </a:lnTo>
                  <a:lnTo>
                    <a:pt x="0" y="1014"/>
                  </a:lnTo>
                  <a:lnTo>
                    <a:pt x="144" y="1077"/>
                  </a:lnTo>
                  <a:lnTo>
                    <a:pt x="144" y="731"/>
                  </a:lnTo>
                  <a:lnTo>
                    <a:pt x="219" y="731"/>
                  </a:lnTo>
                  <a:lnTo>
                    <a:pt x="219" y="407"/>
                  </a:lnTo>
                  <a:lnTo>
                    <a:pt x="305" y="407"/>
                  </a:lnTo>
                  <a:lnTo>
                    <a:pt x="305" y="0"/>
                  </a:lnTo>
                  <a:close/>
                </a:path>
              </a:pathLst>
            </a:custGeom>
            <a:solidFill>
              <a:schemeClr val="lt1">
                <a:alpha val="4980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203" name="Google Shape;203;p1"/>
          <p:cNvSpPr txBox="1"/>
          <p:nvPr>
            <p:ph idx="4294967295" type="title"/>
          </p:nvPr>
        </p:nvSpPr>
        <p:spPr>
          <a:xfrm>
            <a:off x="609600" y="4953000"/>
            <a:ext cx="10969625" cy="711200"/>
          </a:xfrm>
          <a:prstGeom prst="rect">
            <a:avLst/>
          </a:prstGeom>
          <a:noFill/>
          <a:ln>
            <a:noFill/>
          </a:ln>
        </p:spPr>
        <p:txBody>
          <a:bodyPr anchorCtr="0" anchor="ctr" bIns="60925" lIns="121875" spcFirstLastPara="1" rIns="121875" wrap="square" tIns="60925">
            <a:normAutofit/>
          </a:bodyPr>
          <a:lstStyle/>
          <a:p>
            <a:pPr indent="0" lvl="0" marL="0" rtl="0" algn="ctr">
              <a:spcBef>
                <a:spcPts val="0"/>
              </a:spcBef>
              <a:spcAft>
                <a:spcPts val="0"/>
              </a:spcAft>
              <a:buClr>
                <a:srgbClr val="3F3F3F"/>
              </a:buClr>
              <a:buSzPts val="3600"/>
              <a:buFont typeface="Calibri"/>
              <a:buNone/>
            </a:pPr>
            <a:r>
              <a:rPr lang="en-US">
                <a:solidFill>
                  <a:srgbClr val="3F3F3F"/>
                </a:solidFill>
              </a:rPr>
              <a:t>Big Data Analytics with</a:t>
            </a:r>
            <a:endParaRPr/>
          </a:p>
        </p:txBody>
      </p:sp>
      <p:grpSp>
        <p:nvGrpSpPr>
          <p:cNvPr id="204" name="Google Shape;204;p1"/>
          <p:cNvGrpSpPr/>
          <p:nvPr/>
        </p:nvGrpSpPr>
        <p:grpSpPr>
          <a:xfrm>
            <a:off x="9581866" y="1225033"/>
            <a:ext cx="867825" cy="3251705"/>
            <a:chOff x="9066212" y="3962400"/>
            <a:chExt cx="584523" cy="2190185"/>
          </a:xfrm>
        </p:grpSpPr>
        <p:sp>
          <p:nvSpPr>
            <p:cNvPr id="205" name="Google Shape;205;p1"/>
            <p:cNvSpPr/>
            <p:nvPr/>
          </p:nvSpPr>
          <p:spPr>
            <a:xfrm>
              <a:off x="9198735" y="3962400"/>
              <a:ext cx="319476" cy="889799"/>
            </a:xfrm>
            <a:custGeom>
              <a:rect b="b" l="l" r="r" t="t"/>
              <a:pathLst>
                <a:path extrusionOk="0" h="752" w="270">
                  <a:moveTo>
                    <a:pt x="134" y="0"/>
                  </a:moveTo>
                  <a:lnTo>
                    <a:pt x="241" y="136"/>
                  </a:lnTo>
                  <a:lnTo>
                    <a:pt x="270" y="136"/>
                  </a:lnTo>
                  <a:lnTo>
                    <a:pt x="270" y="752"/>
                  </a:lnTo>
                  <a:lnTo>
                    <a:pt x="0" y="752"/>
                  </a:lnTo>
                  <a:lnTo>
                    <a:pt x="0" y="136"/>
                  </a:lnTo>
                  <a:lnTo>
                    <a:pt x="28" y="136"/>
                  </a:lnTo>
                  <a:lnTo>
                    <a:pt x="134"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6" name="Google Shape;206;p1"/>
            <p:cNvSpPr/>
            <p:nvPr/>
          </p:nvSpPr>
          <p:spPr>
            <a:xfrm>
              <a:off x="9327710" y="4161185"/>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7" name="Google Shape;207;p1"/>
            <p:cNvSpPr/>
            <p:nvPr/>
          </p:nvSpPr>
          <p:spPr>
            <a:xfrm>
              <a:off x="9414086" y="4161185"/>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8" name="Google Shape;208;p1"/>
            <p:cNvSpPr/>
            <p:nvPr/>
          </p:nvSpPr>
          <p:spPr>
            <a:xfrm>
              <a:off x="9238966" y="416118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9" name="Google Shape;209;p1"/>
            <p:cNvSpPr/>
            <p:nvPr/>
          </p:nvSpPr>
          <p:spPr>
            <a:xfrm>
              <a:off x="9327710" y="4274776"/>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0" name="Google Shape;210;p1"/>
            <p:cNvSpPr/>
            <p:nvPr/>
          </p:nvSpPr>
          <p:spPr>
            <a:xfrm>
              <a:off x="9414086" y="4274776"/>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1" name="Google Shape;211;p1"/>
            <p:cNvSpPr/>
            <p:nvPr/>
          </p:nvSpPr>
          <p:spPr>
            <a:xfrm>
              <a:off x="9238966" y="4274776"/>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2" name="Google Shape;212;p1"/>
            <p:cNvSpPr/>
            <p:nvPr/>
          </p:nvSpPr>
          <p:spPr>
            <a:xfrm>
              <a:off x="9327710" y="4388368"/>
              <a:ext cx="62712" cy="8637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3" name="Google Shape;213;p1"/>
            <p:cNvSpPr/>
            <p:nvPr/>
          </p:nvSpPr>
          <p:spPr>
            <a:xfrm>
              <a:off x="9414086" y="4388368"/>
              <a:ext cx="65079" cy="8637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4" name="Google Shape;214;p1"/>
            <p:cNvSpPr/>
            <p:nvPr/>
          </p:nvSpPr>
          <p:spPr>
            <a:xfrm>
              <a:off x="9238966" y="4388368"/>
              <a:ext cx="63895" cy="8637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5" name="Google Shape;215;p1"/>
            <p:cNvSpPr/>
            <p:nvPr/>
          </p:nvSpPr>
          <p:spPr>
            <a:xfrm>
              <a:off x="9327710" y="4500776"/>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6" name="Google Shape;216;p1"/>
            <p:cNvSpPr/>
            <p:nvPr/>
          </p:nvSpPr>
          <p:spPr>
            <a:xfrm>
              <a:off x="9414086" y="4500776"/>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7" name="Google Shape;217;p1"/>
            <p:cNvSpPr/>
            <p:nvPr/>
          </p:nvSpPr>
          <p:spPr>
            <a:xfrm>
              <a:off x="9238966" y="4500776"/>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8" name="Google Shape;218;p1"/>
            <p:cNvSpPr/>
            <p:nvPr/>
          </p:nvSpPr>
          <p:spPr>
            <a:xfrm>
              <a:off x="9327710" y="4614367"/>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9" name="Google Shape;219;p1"/>
            <p:cNvSpPr/>
            <p:nvPr/>
          </p:nvSpPr>
          <p:spPr>
            <a:xfrm>
              <a:off x="9414086" y="4614367"/>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0" name="Google Shape;220;p1"/>
            <p:cNvSpPr/>
            <p:nvPr/>
          </p:nvSpPr>
          <p:spPr>
            <a:xfrm>
              <a:off x="9238966" y="4614367"/>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1" name="Google Shape;221;p1"/>
            <p:cNvSpPr/>
            <p:nvPr/>
          </p:nvSpPr>
          <p:spPr>
            <a:xfrm>
              <a:off x="9066212" y="4740975"/>
              <a:ext cx="584523" cy="141161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2" name="Google Shape;222;p1"/>
            <p:cNvSpPr/>
            <p:nvPr/>
          </p:nvSpPr>
          <p:spPr>
            <a:xfrm>
              <a:off x="9191636" y="478238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3" name="Google Shape;223;p1"/>
            <p:cNvSpPr/>
            <p:nvPr/>
          </p:nvSpPr>
          <p:spPr>
            <a:xfrm>
              <a:off x="9279196" y="4782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4" name="Google Shape;224;p1"/>
            <p:cNvSpPr/>
            <p:nvPr/>
          </p:nvSpPr>
          <p:spPr>
            <a:xfrm>
              <a:off x="9104076" y="4782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5" name="Google Shape;225;p1"/>
            <p:cNvSpPr/>
            <p:nvPr/>
          </p:nvSpPr>
          <p:spPr>
            <a:xfrm>
              <a:off x="9191636" y="489597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6" name="Google Shape;226;p1"/>
            <p:cNvSpPr/>
            <p:nvPr/>
          </p:nvSpPr>
          <p:spPr>
            <a:xfrm>
              <a:off x="9279196" y="4895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7" name="Google Shape;227;p1"/>
            <p:cNvSpPr/>
            <p:nvPr/>
          </p:nvSpPr>
          <p:spPr>
            <a:xfrm>
              <a:off x="9104076" y="4895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8" name="Google Shape;228;p1"/>
            <p:cNvSpPr/>
            <p:nvPr/>
          </p:nvSpPr>
          <p:spPr>
            <a:xfrm>
              <a:off x="9191636" y="500838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9" name="Google Shape;229;p1"/>
            <p:cNvSpPr/>
            <p:nvPr/>
          </p:nvSpPr>
          <p:spPr>
            <a:xfrm>
              <a:off x="9279196" y="5008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0" name="Google Shape;230;p1"/>
            <p:cNvSpPr/>
            <p:nvPr/>
          </p:nvSpPr>
          <p:spPr>
            <a:xfrm>
              <a:off x="9104076" y="5008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1" name="Google Shape;231;p1"/>
            <p:cNvSpPr/>
            <p:nvPr/>
          </p:nvSpPr>
          <p:spPr>
            <a:xfrm>
              <a:off x="9191636" y="512197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2" name="Google Shape;232;p1"/>
            <p:cNvSpPr/>
            <p:nvPr/>
          </p:nvSpPr>
          <p:spPr>
            <a:xfrm>
              <a:off x="9279196" y="5121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3" name="Google Shape;233;p1"/>
            <p:cNvSpPr/>
            <p:nvPr/>
          </p:nvSpPr>
          <p:spPr>
            <a:xfrm>
              <a:off x="9104076" y="5121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4" name="Google Shape;234;p1"/>
            <p:cNvSpPr/>
            <p:nvPr/>
          </p:nvSpPr>
          <p:spPr>
            <a:xfrm>
              <a:off x="9191636" y="523557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5" name="Google Shape;235;p1"/>
            <p:cNvSpPr/>
            <p:nvPr/>
          </p:nvSpPr>
          <p:spPr>
            <a:xfrm>
              <a:off x="9279196" y="523557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6" name="Google Shape;236;p1"/>
            <p:cNvSpPr/>
            <p:nvPr/>
          </p:nvSpPr>
          <p:spPr>
            <a:xfrm>
              <a:off x="9104076" y="523557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7" name="Google Shape;237;p1"/>
            <p:cNvSpPr/>
            <p:nvPr/>
          </p:nvSpPr>
          <p:spPr>
            <a:xfrm>
              <a:off x="9453133" y="4782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8" name="Google Shape;238;p1"/>
            <p:cNvSpPr/>
            <p:nvPr/>
          </p:nvSpPr>
          <p:spPr>
            <a:xfrm>
              <a:off x="9539510" y="478238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9" name="Google Shape;239;p1"/>
            <p:cNvSpPr/>
            <p:nvPr/>
          </p:nvSpPr>
          <p:spPr>
            <a:xfrm>
              <a:off x="9364390" y="4782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0" name="Google Shape;240;p1"/>
            <p:cNvSpPr/>
            <p:nvPr/>
          </p:nvSpPr>
          <p:spPr>
            <a:xfrm>
              <a:off x="9453133" y="4895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1" name="Google Shape;241;p1"/>
            <p:cNvSpPr/>
            <p:nvPr/>
          </p:nvSpPr>
          <p:spPr>
            <a:xfrm>
              <a:off x="9539510" y="489597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2" name="Google Shape;242;p1"/>
            <p:cNvSpPr/>
            <p:nvPr/>
          </p:nvSpPr>
          <p:spPr>
            <a:xfrm>
              <a:off x="9364390" y="4895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3" name="Google Shape;243;p1"/>
            <p:cNvSpPr/>
            <p:nvPr/>
          </p:nvSpPr>
          <p:spPr>
            <a:xfrm>
              <a:off x="9453133" y="5008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4" name="Google Shape;244;p1"/>
            <p:cNvSpPr/>
            <p:nvPr/>
          </p:nvSpPr>
          <p:spPr>
            <a:xfrm>
              <a:off x="9539510" y="500838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5" name="Google Shape;245;p1"/>
            <p:cNvSpPr/>
            <p:nvPr/>
          </p:nvSpPr>
          <p:spPr>
            <a:xfrm>
              <a:off x="9364390" y="5008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6" name="Google Shape;246;p1"/>
            <p:cNvSpPr/>
            <p:nvPr/>
          </p:nvSpPr>
          <p:spPr>
            <a:xfrm>
              <a:off x="9453133" y="5121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7" name="Google Shape;247;p1"/>
            <p:cNvSpPr/>
            <p:nvPr/>
          </p:nvSpPr>
          <p:spPr>
            <a:xfrm>
              <a:off x="9539510" y="512197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8" name="Google Shape;248;p1"/>
            <p:cNvSpPr/>
            <p:nvPr/>
          </p:nvSpPr>
          <p:spPr>
            <a:xfrm>
              <a:off x="9364390" y="5121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9" name="Google Shape;249;p1"/>
            <p:cNvSpPr/>
            <p:nvPr/>
          </p:nvSpPr>
          <p:spPr>
            <a:xfrm>
              <a:off x="9453133" y="523557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0" name="Google Shape;250;p1"/>
            <p:cNvSpPr/>
            <p:nvPr/>
          </p:nvSpPr>
          <p:spPr>
            <a:xfrm>
              <a:off x="9539510" y="523557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1" name="Google Shape;251;p1"/>
            <p:cNvSpPr/>
            <p:nvPr/>
          </p:nvSpPr>
          <p:spPr>
            <a:xfrm>
              <a:off x="9364390" y="523557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2" name="Google Shape;252;p1"/>
            <p:cNvSpPr/>
            <p:nvPr/>
          </p:nvSpPr>
          <p:spPr>
            <a:xfrm>
              <a:off x="9191636" y="535271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3" name="Google Shape;253;p1"/>
            <p:cNvSpPr/>
            <p:nvPr/>
          </p:nvSpPr>
          <p:spPr>
            <a:xfrm>
              <a:off x="9279196" y="5352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4" name="Google Shape;254;p1"/>
            <p:cNvSpPr/>
            <p:nvPr/>
          </p:nvSpPr>
          <p:spPr>
            <a:xfrm>
              <a:off x="9104076" y="5352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5" name="Google Shape;255;p1"/>
            <p:cNvSpPr/>
            <p:nvPr/>
          </p:nvSpPr>
          <p:spPr>
            <a:xfrm>
              <a:off x="9191636" y="5466303"/>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6" name="Google Shape;256;p1"/>
            <p:cNvSpPr/>
            <p:nvPr/>
          </p:nvSpPr>
          <p:spPr>
            <a:xfrm>
              <a:off x="9279196" y="5466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7" name="Google Shape;257;p1"/>
            <p:cNvSpPr/>
            <p:nvPr/>
          </p:nvSpPr>
          <p:spPr>
            <a:xfrm>
              <a:off x="9104076" y="5466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8" name="Google Shape;258;p1"/>
            <p:cNvSpPr/>
            <p:nvPr/>
          </p:nvSpPr>
          <p:spPr>
            <a:xfrm>
              <a:off x="9191636" y="557871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9" name="Google Shape;259;p1"/>
            <p:cNvSpPr/>
            <p:nvPr/>
          </p:nvSpPr>
          <p:spPr>
            <a:xfrm>
              <a:off x="9279196" y="5578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0" name="Google Shape;260;p1"/>
            <p:cNvSpPr/>
            <p:nvPr/>
          </p:nvSpPr>
          <p:spPr>
            <a:xfrm>
              <a:off x="9104076" y="5578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1" name="Google Shape;261;p1"/>
            <p:cNvSpPr/>
            <p:nvPr/>
          </p:nvSpPr>
          <p:spPr>
            <a:xfrm>
              <a:off x="9191636" y="5692303"/>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2" name="Google Shape;262;p1"/>
            <p:cNvSpPr/>
            <p:nvPr/>
          </p:nvSpPr>
          <p:spPr>
            <a:xfrm>
              <a:off x="9279196" y="5692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3" name="Google Shape;263;p1"/>
            <p:cNvSpPr/>
            <p:nvPr/>
          </p:nvSpPr>
          <p:spPr>
            <a:xfrm>
              <a:off x="9104076" y="5692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4" name="Google Shape;264;p1"/>
            <p:cNvSpPr/>
            <p:nvPr/>
          </p:nvSpPr>
          <p:spPr>
            <a:xfrm>
              <a:off x="9191636" y="5805894"/>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5" name="Google Shape;265;p1"/>
            <p:cNvSpPr/>
            <p:nvPr/>
          </p:nvSpPr>
          <p:spPr>
            <a:xfrm>
              <a:off x="9279196" y="580589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6" name="Google Shape;266;p1"/>
            <p:cNvSpPr/>
            <p:nvPr/>
          </p:nvSpPr>
          <p:spPr>
            <a:xfrm>
              <a:off x="9104076" y="580589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7" name="Google Shape;267;p1"/>
            <p:cNvSpPr/>
            <p:nvPr/>
          </p:nvSpPr>
          <p:spPr>
            <a:xfrm>
              <a:off x="9453133" y="5352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8" name="Google Shape;268;p1"/>
            <p:cNvSpPr/>
            <p:nvPr/>
          </p:nvSpPr>
          <p:spPr>
            <a:xfrm>
              <a:off x="9539510" y="535271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9" name="Google Shape;269;p1"/>
            <p:cNvSpPr/>
            <p:nvPr/>
          </p:nvSpPr>
          <p:spPr>
            <a:xfrm>
              <a:off x="9364390" y="5352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0" name="Google Shape;270;p1"/>
            <p:cNvSpPr/>
            <p:nvPr/>
          </p:nvSpPr>
          <p:spPr>
            <a:xfrm>
              <a:off x="9453133" y="5466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1" name="Google Shape;271;p1"/>
            <p:cNvSpPr/>
            <p:nvPr/>
          </p:nvSpPr>
          <p:spPr>
            <a:xfrm>
              <a:off x="9539510" y="5466303"/>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2" name="Google Shape;272;p1"/>
            <p:cNvSpPr/>
            <p:nvPr/>
          </p:nvSpPr>
          <p:spPr>
            <a:xfrm>
              <a:off x="9364390" y="5466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3" name="Google Shape;273;p1"/>
            <p:cNvSpPr/>
            <p:nvPr/>
          </p:nvSpPr>
          <p:spPr>
            <a:xfrm>
              <a:off x="9453133" y="5578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4" name="Google Shape;274;p1"/>
            <p:cNvSpPr/>
            <p:nvPr/>
          </p:nvSpPr>
          <p:spPr>
            <a:xfrm>
              <a:off x="9539510" y="557871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5" name="Google Shape;275;p1"/>
            <p:cNvSpPr/>
            <p:nvPr/>
          </p:nvSpPr>
          <p:spPr>
            <a:xfrm>
              <a:off x="9364390" y="5578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6" name="Google Shape;276;p1"/>
            <p:cNvSpPr/>
            <p:nvPr/>
          </p:nvSpPr>
          <p:spPr>
            <a:xfrm>
              <a:off x="9453133" y="5692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7" name="Google Shape;277;p1"/>
            <p:cNvSpPr/>
            <p:nvPr/>
          </p:nvSpPr>
          <p:spPr>
            <a:xfrm>
              <a:off x="9539510" y="5692303"/>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8" name="Google Shape;278;p1"/>
            <p:cNvSpPr/>
            <p:nvPr/>
          </p:nvSpPr>
          <p:spPr>
            <a:xfrm>
              <a:off x="9364390" y="5692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9" name="Google Shape;279;p1"/>
            <p:cNvSpPr/>
            <p:nvPr/>
          </p:nvSpPr>
          <p:spPr>
            <a:xfrm>
              <a:off x="9453133" y="580589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80" name="Google Shape;280;p1"/>
            <p:cNvSpPr/>
            <p:nvPr/>
          </p:nvSpPr>
          <p:spPr>
            <a:xfrm>
              <a:off x="9539510" y="5805894"/>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81" name="Google Shape;281;p1"/>
            <p:cNvSpPr/>
            <p:nvPr/>
          </p:nvSpPr>
          <p:spPr>
            <a:xfrm>
              <a:off x="9364390" y="580589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82" name="Google Shape;282;p1"/>
            <p:cNvSpPr/>
            <p:nvPr/>
          </p:nvSpPr>
          <p:spPr>
            <a:xfrm>
              <a:off x="9191636" y="592421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83" name="Google Shape;283;p1"/>
            <p:cNvSpPr/>
            <p:nvPr/>
          </p:nvSpPr>
          <p:spPr>
            <a:xfrm>
              <a:off x="9279196" y="592421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84" name="Google Shape;284;p1"/>
            <p:cNvSpPr/>
            <p:nvPr/>
          </p:nvSpPr>
          <p:spPr>
            <a:xfrm>
              <a:off x="9104076" y="592421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85" name="Google Shape;285;p1"/>
            <p:cNvSpPr/>
            <p:nvPr/>
          </p:nvSpPr>
          <p:spPr>
            <a:xfrm>
              <a:off x="9453133" y="592421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86" name="Google Shape;286;p1"/>
            <p:cNvSpPr/>
            <p:nvPr/>
          </p:nvSpPr>
          <p:spPr>
            <a:xfrm>
              <a:off x="9539510" y="592421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87" name="Google Shape;287;p1"/>
            <p:cNvSpPr/>
            <p:nvPr/>
          </p:nvSpPr>
          <p:spPr>
            <a:xfrm>
              <a:off x="9364390" y="592421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288" name="Google Shape;288;p1"/>
          <p:cNvGrpSpPr/>
          <p:nvPr/>
        </p:nvGrpSpPr>
        <p:grpSpPr>
          <a:xfrm>
            <a:off x="8803334" y="1780127"/>
            <a:ext cx="826110" cy="2696611"/>
            <a:chOff x="8228012" y="4114800"/>
            <a:chExt cx="582156" cy="1900290"/>
          </a:xfrm>
        </p:grpSpPr>
        <p:sp>
          <p:nvSpPr>
            <p:cNvPr id="289" name="Google Shape;289;p1"/>
            <p:cNvSpPr/>
            <p:nvPr/>
          </p:nvSpPr>
          <p:spPr>
            <a:xfrm>
              <a:off x="8309656" y="4515920"/>
              <a:ext cx="407036" cy="4413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0" name="Google Shape;290;p1"/>
            <p:cNvSpPr/>
            <p:nvPr/>
          </p:nvSpPr>
          <p:spPr>
            <a:xfrm>
              <a:off x="8437447"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1" name="Google Shape;291;p1"/>
            <p:cNvSpPr/>
            <p:nvPr/>
          </p:nvSpPr>
          <p:spPr>
            <a:xfrm>
              <a:off x="8525007"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2" name="Google Shape;292;p1"/>
            <p:cNvSpPr/>
            <p:nvPr/>
          </p:nvSpPr>
          <p:spPr>
            <a:xfrm>
              <a:off x="8349886" y="454905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3" name="Google Shape;293;p1"/>
            <p:cNvSpPr/>
            <p:nvPr/>
          </p:nvSpPr>
          <p:spPr>
            <a:xfrm>
              <a:off x="8437447"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4" name="Google Shape;294;p1"/>
            <p:cNvSpPr/>
            <p:nvPr/>
          </p:nvSpPr>
          <p:spPr>
            <a:xfrm>
              <a:off x="8525007"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5" name="Google Shape;295;p1"/>
            <p:cNvSpPr/>
            <p:nvPr/>
          </p:nvSpPr>
          <p:spPr>
            <a:xfrm>
              <a:off x="8349886" y="466264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6" name="Google Shape;296;p1"/>
            <p:cNvSpPr/>
            <p:nvPr/>
          </p:nvSpPr>
          <p:spPr>
            <a:xfrm>
              <a:off x="8437447"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7" name="Google Shape;297;p1"/>
            <p:cNvSpPr/>
            <p:nvPr/>
          </p:nvSpPr>
          <p:spPr>
            <a:xfrm>
              <a:off x="8525007"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8" name="Google Shape;298;p1"/>
            <p:cNvSpPr/>
            <p:nvPr/>
          </p:nvSpPr>
          <p:spPr>
            <a:xfrm>
              <a:off x="8606650"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9" name="Google Shape;299;p1"/>
            <p:cNvSpPr/>
            <p:nvPr/>
          </p:nvSpPr>
          <p:spPr>
            <a:xfrm>
              <a:off x="8606650"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0" name="Google Shape;300;p1"/>
            <p:cNvSpPr/>
            <p:nvPr/>
          </p:nvSpPr>
          <p:spPr>
            <a:xfrm>
              <a:off x="8606650"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1" name="Google Shape;301;p1"/>
            <p:cNvSpPr/>
            <p:nvPr/>
          </p:nvSpPr>
          <p:spPr>
            <a:xfrm>
              <a:off x="8349886" y="477623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2" name="Google Shape;302;p1"/>
            <p:cNvSpPr/>
            <p:nvPr/>
          </p:nvSpPr>
          <p:spPr>
            <a:xfrm>
              <a:off x="8259960" y="4887458"/>
              <a:ext cx="507612" cy="46501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3" name="Google Shape;303;p1"/>
            <p:cNvSpPr/>
            <p:nvPr/>
          </p:nvSpPr>
          <p:spPr>
            <a:xfrm>
              <a:off x="8301373"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4" name="Google Shape;304;p1"/>
            <p:cNvSpPr/>
            <p:nvPr/>
          </p:nvSpPr>
          <p:spPr>
            <a:xfrm>
              <a:off x="8388933"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5" name="Google Shape;305;p1"/>
            <p:cNvSpPr/>
            <p:nvPr/>
          </p:nvSpPr>
          <p:spPr>
            <a:xfrm>
              <a:off x="8565237" y="4924139"/>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6" name="Google Shape;306;p1"/>
            <p:cNvSpPr/>
            <p:nvPr/>
          </p:nvSpPr>
          <p:spPr>
            <a:xfrm>
              <a:off x="8652797"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7" name="Google Shape;307;p1"/>
            <p:cNvSpPr/>
            <p:nvPr/>
          </p:nvSpPr>
          <p:spPr>
            <a:xfrm>
              <a:off x="8477677"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8" name="Google Shape;308;p1"/>
            <p:cNvSpPr/>
            <p:nvPr/>
          </p:nvSpPr>
          <p:spPr>
            <a:xfrm>
              <a:off x="8301373"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9" name="Google Shape;309;p1"/>
            <p:cNvSpPr/>
            <p:nvPr/>
          </p:nvSpPr>
          <p:spPr>
            <a:xfrm>
              <a:off x="8388933"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0" name="Google Shape;310;p1"/>
            <p:cNvSpPr/>
            <p:nvPr/>
          </p:nvSpPr>
          <p:spPr>
            <a:xfrm>
              <a:off x="8565237" y="5043647"/>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1" name="Google Shape;311;p1"/>
            <p:cNvSpPr/>
            <p:nvPr/>
          </p:nvSpPr>
          <p:spPr>
            <a:xfrm>
              <a:off x="8652797"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2" name="Google Shape;312;p1"/>
            <p:cNvSpPr/>
            <p:nvPr/>
          </p:nvSpPr>
          <p:spPr>
            <a:xfrm>
              <a:off x="8477677"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3" name="Google Shape;313;p1"/>
            <p:cNvSpPr/>
            <p:nvPr/>
          </p:nvSpPr>
          <p:spPr>
            <a:xfrm>
              <a:off x="8301373"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4" name="Google Shape;314;p1"/>
            <p:cNvSpPr/>
            <p:nvPr/>
          </p:nvSpPr>
          <p:spPr>
            <a:xfrm>
              <a:off x="8388933"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5" name="Google Shape;315;p1"/>
            <p:cNvSpPr/>
            <p:nvPr/>
          </p:nvSpPr>
          <p:spPr>
            <a:xfrm>
              <a:off x="8565237" y="515842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6" name="Google Shape;316;p1"/>
            <p:cNvSpPr/>
            <p:nvPr/>
          </p:nvSpPr>
          <p:spPr>
            <a:xfrm>
              <a:off x="8652797"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7" name="Google Shape;317;p1"/>
            <p:cNvSpPr/>
            <p:nvPr/>
          </p:nvSpPr>
          <p:spPr>
            <a:xfrm>
              <a:off x="8477677"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8" name="Google Shape;318;p1"/>
            <p:cNvSpPr/>
            <p:nvPr/>
          </p:nvSpPr>
          <p:spPr>
            <a:xfrm>
              <a:off x="8228012" y="5292128"/>
              <a:ext cx="582156" cy="722962"/>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9" name="Google Shape;319;p1"/>
            <p:cNvSpPr/>
            <p:nvPr/>
          </p:nvSpPr>
          <p:spPr>
            <a:xfrm>
              <a:off x="8264693" y="5332358"/>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0" name="Google Shape;320;p1"/>
            <p:cNvSpPr/>
            <p:nvPr/>
          </p:nvSpPr>
          <p:spPr>
            <a:xfrm>
              <a:off x="8351069" y="544594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1" name="Google Shape;321;p1"/>
            <p:cNvSpPr/>
            <p:nvPr/>
          </p:nvSpPr>
          <p:spPr>
            <a:xfrm>
              <a:off x="8438629"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2" name="Google Shape;322;p1"/>
            <p:cNvSpPr/>
            <p:nvPr/>
          </p:nvSpPr>
          <p:spPr>
            <a:xfrm>
              <a:off x="8264693"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3" name="Google Shape;323;p1"/>
            <p:cNvSpPr/>
            <p:nvPr/>
          </p:nvSpPr>
          <p:spPr>
            <a:xfrm>
              <a:off x="8351069" y="555954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4" name="Google Shape;324;p1"/>
            <p:cNvSpPr/>
            <p:nvPr/>
          </p:nvSpPr>
          <p:spPr>
            <a:xfrm>
              <a:off x="8438629"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5" name="Google Shape;325;p1"/>
            <p:cNvSpPr/>
            <p:nvPr/>
          </p:nvSpPr>
          <p:spPr>
            <a:xfrm>
              <a:off x="8264693"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6" name="Google Shape;326;p1"/>
            <p:cNvSpPr/>
            <p:nvPr/>
          </p:nvSpPr>
          <p:spPr>
            <a:xfrm>
              <a:off x="8351069" y="567194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7" name="Google Shape;327;p1"/>
            <p:cNvSpPr/>
            <p:nvPr/>
          </p:nvSpPr>
          <p:spPr>
            <a:xfrm>
              <a:off x="8438629"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8" name="Google Shape;328;p1"/>
            <p:cNvSpPr/>
            <p:nvPr/>
          </p:nvSpPr>
          <p:spPr>
            <a:xfrm>
              <a:off x="8264693"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9" name="Google Shape;329;p1"/>
            <p:cNvSpPr/>
            <p:nvPr/>
          </p:nvSpPr>
          <p:spPr>
            <a:xfrm>
              <a:off x="8351069" y="5785540"/>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0" name="Google Shape;330;p1"/>
            <p:cNvSpPr/>
            <p:nvPr/>
          </p:nvSpPr>
          <p:spPr>
            <a:xfrm>
              <a:off x="8438629"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1" name="Google Shape;331;p1"/>
            <p:cNvSpPr/>
            <p:nvPr/>
          </p:nvSpPr>
          <p:spPr>
            <a:xfrm>
              <a:off x="8264693"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2" name="Google Shape;332;p1"/>
            <p:cNvSpPr/>
            <p:nvPr/>
          </p:nvSpPr>
          <p:spPr>
            <a:xfrm>
              <a:off x="8698943" y="5332358"/>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3" name="Google Shape;333;p1"/>
            <p:cNvSpPr/>
            <p:nvPr/>
          </p:nvSpPr>
          <p:spPr>
            <a:xfrm>
              <a:off x="8612567"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4" name="Google Shape;334;p1"/>
            <p:cNvSpPr/>
            <p:nvPr/>
          </p:nvSpPr>
          <p:spPr>
            <a:xfrm>
              <a:off x="8698943" y="544594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5" name="Google Shape;335;p1"/>
            <p:cNvSpPr/>
            <p:nvPr/>
          </p:nvSpPr>
          <p:spPr>
            <a:xfrm>
              <a:off x="8525007" y="5445949"/>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6" name="Google Shape;336;p1"/>
            <p:cNvSpPr/>
            <p:nvPr/>
          </p:nvSpPr>
          <p:spPr>
            <a:xfrm>
              <a:off x="8351069" y="5334725"/>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7" name="Google Shape;337;p1"/>
            <p:cNvSpPr/>
            <p:nvPr/>
          </p:nvSpPr>
          <p:spPr>
            <a:xfrm>
              <a:off x="8438629" y="533472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8" name="Google Shape;338;p1"/>
            <p:cNvSpPr/>
            <p:nvPr/>
          </p:nvSpPr>
          <p:spPr>
            <a:xfrm>
              <a:off x="8612567" y="533472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9" name="Google Shape;339;p1"/>
            <p:cNvSpPr/>
            <p:nvPr/>
          </p:nvSpPr>
          <p:spPr>
            <a:xfrm>
              <a:off x="8525007" y="5334725"/>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0" name="Google Shape;340;p1"/>
            <p:cNvSpPr/>
            <p:nvPr/>
          </p:nvSpPr>
          <p:spPr>
            <a:xfrm>
              <a:off x="8612567"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1" name="Google Shape;341;p1"/>
            <p:cNvSpPr/>
            <p:nvPr/>
          </p:nvSpPr>
          <p:spPr>
            <a:xfrm>
              <a:off x="8698943" y="555954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2" name="Google Shape;342;p1"/>
            <p:cNvSpPr/>
            <p:nvPr/>
          </p:nvSpPr>
          <p:spPr>
            <a:xfrm>
              <a:off x="8525007" y="555954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3" name="Google Shape;343;p1"/>
            <p:cNvSpPr/>
            <p:nvPr/>
          </p:nvSpPr>
          <p:spPr>
            <a:xfrm>
              <a:off x="8612567"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4" name="Google Shape;344;p1"/>
            <p:cNvSpPr/>
            <p:nvPr/>
          </p:nvSpPr>
          <p:spPr>
            <a:xfrm>
              <a:off x="8698943" y="567194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5" name="Google Shape;345;p1"/>
            <p:cNvSpPr/>
            <p:nvPr/>
          </p:nvSpPr>
          <p:spPr>
            <a:xfrm>
              <a:off x="8525007" y="5671949"/>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6" name="Google Shape;346;p1"/>
            <p:cNvSpPr/>
            <p:nvPr/>
          </p:nvSpPr>
          <p:spPr>
            <a:xfrm>
              <a:off x="8612567"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7" name="Google Shape;347;p1"/>
            <p:cNvSpPr/>
            <p:nvPr/>
          </p:nvSpPr>
          <p:spPr>
            <a:xfrm>
              <a:off x="8698943" y="5785540"/>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8" name="Google Shape;348;p1"/>
            <p:cNvSpPr/>
            <p:nvPr/>
          </p:nvSpPr>
          <p:spPr>
            <a:xfrm>
              <a:off x="8525007" y="5785540"/>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9" name="Google Shape;349;p1"/>
            <p:cNvSpPr/>
            <p:nvPr/>
          </p:nvSpPr>
          <p:spPr>
            <a:xfrm>
              <a:off x="8371185" y="4114800"/>
              <a:ext cx="285162" cy="405853"/>
            </a:xfrm>
            <a:custGeom>
              <a:rect b="b" l="l" r="r" t="t"/>
              <a:pathLst>
                <a:path extrusionOk="0" h="343" w="241">
                  <a:moveTo>
                    <a:pt x="126" y="0"/>
                  </a:moveTo>
                  <a:lnTo>
                    <a:pt x="212" y="115"/>
                  </a:lnTo>
                  <a:lnTo>
                    <a:pt x="241" y="115"/>
                  </a:lnTo>
                  <a:lnTo>
                    <a:pt x="241" y="343"/>
                  </a:lnTo>
                  <a:lnTo>
                    <a:pt x="0" y="343"/>
                  </a:lnTo>
                  <a:lnTo>
                    <a:pt x="0" y="115"/>
                  </a:lnTo>
                  <a:lnTo>
                    <a:pt x="27" y="115"/>
                  </a:lnTo>
                  <a:lnTo>
                    <a:pt x="12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0" name="Google Shape;350;p1"/>
            <p:cNvSpPr/>
            <p:nvPr/>
          </p:nvSpPr>
          <p:spPr>
            <a:xfrm>
              <a:off x="8417331" y="4317135"/>
              <a:ext cx="88744" cy="14435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1" name="Google Shape;351;p1"/>
            <p:cNvSpPr/>
            <p:nvPr/>
          </p:nvSpPr>
          <p:spPr>
            <a:xfrm>
              <a:off x="8522640" y="4317135"/>
              <a:ext cx="88744" cy="14435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352" name="Google Shape;352;p1"/>
          <p:cNvGrpSpPr/>
          <p:nvPr/>
        </p:nvGrpSpPr>
        <p:grpSpPr>
          <a:xfrm>
            <a:off x="6087043" y="1989037"/>
            <a:ext cx="818136" cy="2487701"/>
            <a:chOff x="1141412" y="3657600"/>
            <a:chExt cx="610554" cy="1856510"/>
          </a:xfrm>
        </p:grpSpPr>
        <p:sp>
          <p:nvSpPr>
            <p:cNvPr id="353" name="Google Shape;353;p1"/>
            <p:cNvSpPr/>
            <p:nvPr/>
          </p:nvSpPr>
          <p:spPr>
            <a:xfrm>
              <a:off x="1624176" y="4707137"/>
              <a:ext cx="127790" cy="806972"/>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4" name="Google Shape;354;p1"/>
            <p:cNvSpPr/>
            <p:nvPr/>
          </p:nvSpPr>
          <p:spPr>
            <a:xfrm>
              <a:off x="1141412" y="4133264"/>
              <a:ext cx="208251" cy="138084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5" name="Google Shape;355;p1"/>
            <p:cNvSpPr/>
            <p:nvPr/>
          </p:nvSpPr>
          <p:spPr>
            <a:xfrm>
              <a:off x="1334280" y="3657600"/>
              <a:ext cx="318293" cy="185651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6" name="Google Shape;356;p1"/>
            <p:cNvSpPr/>
            <p:nvPr/>
          </p:nvSpPr>
          <p:spPr>
            <a:xfrm>
              <a:off x="1373328" y="3696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7" name="Google Shape;357;p1"/>
            <p:cNvSpPr/>
            <p:nvPr/>
          </p:nvSpPr>
          <p:spPr>
            <a:xfrm>
              <a:off x="1462071" y="3696647"/>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8" name="Google Shape;358;p1"/>
            <p:cNvSpPr/>
            <p:nvPr/>
          </p:nvSpPr>
          <p:spPr>
            <a:xfrm>
              <a:off x="1548448" y="3696647"/>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9" name="Google Shape;359;p1"/>
            <p:cNvSpPr/>
            <p:nvPr/>
          </p:nvSpPr>
          <p:spPr>
            <a:xfrm>
              <a:off x="1373328" y="381733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0" name="Google Shape;360;p1"/>
            <p:cNvSpPr/>
            <p:nvPr/>
          </p:nvSpPr>
          <p:spPr>
            <a:xfrm>
              <a:off x="1462071" y="381733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1" name="Google Shape;361;p1"/>
            <p:cNvSpPr/>
            <p:nvPr/>
          </p:nvSpPr>
          <p:spPr>
            <a:xfrm>
              <a:off x="1548448" y="381733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2" name="Google Shape;362;p1"/>
            <p:cNvSpPr/>
            <p:nvPr/>
          </p:nvSpPr>
          <p:spPr>
            <a:xfrm>
              <a:off x="1373328" y="393684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3" name="Google Shape;363;p1"/>
            <p:cNvSpPr/>
            <p:nvPr/>
          </p:nvSpPr>
          <p:spPr>
            <a:xfrm>
              <a:off x="1462071" y="3936846"/>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4" name="Google Shape;364;p1"/>
            <p:cNvSpPr/>
            <p:nvPr/>
          </p:nvSpPr>
          <p:spPr>
            <a:xfrm>
              <a:off x="1548448" y="3936846"/>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5" name="Google Shape;365;p1"/>
            <p:cNvSpPr/>
            <p:nvPr/>
          </p:nvSpPr>
          <p:spPr>
            <a:xfrm>
              <a:off x="1373328" y="4057536"/>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6" name="Google Shape;366;p1"/>
            <p:cNvSpPr/>
            <p:nvPr/>
          </p:nvSpPr>
          <p:spPr>
            <a:xfrm>
              <a:off x="1462071" y="4057536"/>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7" name="Google Shape;367;p1"/>
            <p:cNvSpPr/>
            <p:nvPr/>
          </p:nvSpPr>
          <p:spPr>
            <a:xfrm>
              <a:off x="1548448" y="4057536"/>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8" name="Google Shape;368;p1"/>
            <p:cNvSpPr/>
            <p:nvPr/>
          </p:nvSpPr>
          <p:spPr>
            <a:xfrm>
              <a:off x="1373328" y="417112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9" name="Google Shape;369;p1"/>
            <p:cNvSpPr/>
            <p:nvPr/>
          </p:nvSpPr>
          <p:spPr>
            <a:xfrm>
              <a:off x="1462071" y="417112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0" name="Google Shape;370;p1"/>
            <p:cNvSpPr/>
            <p:nvPr/>
          </p:nvSpPr>
          <p:spPr>
            <a:xfrm>
              <a:off x="1548448" y="417112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1" name="Google Shape;371;p1"/>
            <p:cNvSpPr/>
            <p:nvPr/>
          </p:nvSpPr>
          <p:spPr>
            <a:xfrm>
              <a:off x="1373328" y="429300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2" name="Google Shape;372;p1"/>
            <p:cNvSpPr/>
            <p:nvPr/>
          </p:nvSpPr>
          <p:spPr>
            <a:xfrm>
              <a:off x="1462071" y="429300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3" name="Google Shape;373;p1"/>
            <p:cNvSpPr/>
            <p:nvPr/>
          </p:nvSpPr>
          <p:spPr>
            <a:xfrm>
              <a:off x="1548448" y="4293002"/>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4" name="Google Shape;374;p1"/>
            <p:cNvSpPr/>
            <p:nvPr/>
          </p:nvSpPr>
          <p:spPr>
            <a:xfrm>
              <a:off x="1373328" y="4411326"/>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5" name="Google Shape;375;p1"/>
            <p:cNvSpPr/>
            <p:nvPr/>
          </p:nvSpPr>
          <p:spPr>
            <a:xfrm>
              <a:off x="1462071" y="4411326"/>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6" name="Google Shape;376;p1"/>
            <p:cNvSpPr/>
            <p:nvPr/>
          </p:nvSpPr>
          <p:spPr>
            <a:xfrm>
              <a:off x="1548448" y="4411326"/>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7" name="Google Shape;377;p1"/>
            <p:cNvSpPr/>
            <p:nvPr/>
          </p:nvSpPr>
          <p:spPr>
            <a:xfrm>
              <a:off x="1373328" y="45308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8" name="Google Shape;378;p1"/>
            <p:cNvSpPr/>
            <p:nvPr/>
          </p:nvSpPr>
          <p:spPr>
            <a:xfrm>
              <a:off x="1462071" y="453083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9" name="Google Shape;379;p1"/>
            <p:cNvSpPr/>
            <p:nvPr/>
          </p:nvSpPr>
          <p:spPr>
            <a:xfrm>
              <a:off x="1548448" y="4530834"/>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0" name="Google Shape;380;p1"/>
            <p:cNvSpPr/>
            <p:nvPr/>
          </p:nvSpPr>
          <p:spPr>
            <a:xfrm>
              <a:off x="1181642" y="417112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1" name="Google Shape;381;p1"/>
            <p:cNvSpPr/>
            <p:nvPr/>
          </p:nvSpPr>
          <p:spPr>
            <a:xfrm>
              <a:off x="1269202" y="417112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2" name="Google Shape;382;p1"/>
            <p:cNvSpPr/>
            <p:nvPr/>
          </p:nvSpPr>
          <p:spPr>
            <a:xfrm>
              <a:off x="1181642" y="429300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3" name="Google Shape;383;p1"/>
            <p:cNvSpPr/>
            <p:nvPr/>
          </p:nvSpPr>
          <p:spPr>
            <a:xfrm>
              <a:off x="1269202" y="429300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4" name="Google Shape;384;p1"/>
            <p:cNvSpPr/>
            <p:nvPr/>
          </p:nvSpPr>
          <p:spPr>
            <a:xfrm>
              <a:off x="1181642" y="4410143"/>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5" name="Google Shape;385;p1"/>
            <p:cNvSpPr/>
            <p:nvPr/>
          </p:nvSpPr>
          <p:spPr>
            <a:xfrm>
              <a:off x="1269202" y="441014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6" name="Google Shape;386;p1"/>
            <p:cNvSpPr/>
            <p:nvPr/>
          </p:nvSpPr>
          <p:spPr>
            <a:xfrm>
              <a:off x="1181642" y="453083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7" name="Google Shape;387;p1"/>
            <p:cNvSpPr/>
            <p:nvPr/>
          </p:nvSpPr>
          <p:spPr>
            <a:xfrm>
              <a:off x="1269202" y="45308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8" name="Google Shape;388;p1"/>
            <p:cNvSpPr/>
            <p:nvPr/>
          </p:nvSpPr>
          <p:spPr>
            <a:xfrm>
              <a:off x="1181642" y="464560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9" name="Google Shape;389;p1"/>
            <p:cNvSpPr/>
            <p:nvPr/>
          </p:nvSpPr>
          <p:spPr>
            <a:xfrm>
              <a:off x="1269202" y="464560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0" name="Google Shape;390;p1"/>
            <p:cNvSpPr/>
            <p:nvPr/>
          </p:nvSpPr>
          <p:spPr>
            <a:xfrm>
              <a:off x="1181642" y="4767483"/>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1" name="Google Shape;391;p1"/>
            <p:cNvSpPr/>
            <p:nvPr/>
          </p:nvSpPr>
          <p:spPr>
            <a:xfrm>
              <a:off x="1269202" y="476748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2" name="Google Shape;392;p1"/>
            <p:cNvSpPr/>
            <p:nvPr/>
          </p:nvSpPr>
          <p:spPr>
            <a:xfrm>
              <a:off x="1181642" y="488462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3" name="Google Shape;393;p1"/>
            <p:cNvSpPr/>
            <p:nvPr/>
          </p:nvSpPr>
          <p:spPr>
            <a:xfrm>
              <a:off x="1269202" y="48846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4" name="Google Shape;394;p1"/>
            <p:cNvSpPr/>
            <p:nvPr/>
          </p:nvSpPr>
          <p:spPr>
            <a:xfrm>
              <a:off x="1645473" y="4774582"/>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5" name="Google Shape;395;p1"/>
            <p:cNvSpPr/>
            <p:nvPr/>
          </p:nvSpPr>
          <p:spPr>
            <a:xfrm>
              <a:off x="1645473" y="489172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6" name="Google Shape;396;p1"/>
            <p:cNvSpPr/>
            <p:nvPr/>
          </p:nvSpPr>
          <p:spPr>
            <a:xfrm>
              <a:off x="1645473" y="50100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7" name="Google Shape;397;p1"/>
            <p:cNvSpPr/>
            <p:nvPr/>
          </p:nvSpPr>
          <p:spPr>
            <a:xfrm>
              <a:off x="1645473" y="512955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8" name="Google Shape;398;p1"/>
            <p:cNvSpPr/>
            <p:nvPr/>
          </p:nvSpPr>
          <p:spPr>
            <a:xfrm>
              <a:off x="1645473" y="524788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9" name="Google Shape;399;p1"/>
            <p:cNvSpPr/>
            <p:nvPr/>
          </p:nvSpPr>
          <p:spPr>
            <a:xfrm>
              <a:off x="1645473" y="53650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0" name="Google Shape;400;p1"/>
            <p:cNvSpPr/>
            <p:nvPr/>
          </p:nvSpPr>
          <p:spPr>
            <a:xfrm>
              <a:off x="1181642" y="500649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1" name="Google Shape;401;p1"/>
            <p:cNvSpPr/>
            <p:nvPr/>
          </p:nvSpPr>
          <p:spPr>
            <a:xfrm>
              <a:off x="1269202" y="500649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2" name="Google Shape;402;p1"/>
            <p:cNvSpPr/>
            <p:nvPr/>
          </p:nvSpPr>
          <p:spPr>
            <a:xfrm>
              <a:off x="1181642" y="5123639"/>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3" name="Google Shape;403;p1"/>
            <p:cNvSpPr/>
            <p:nvPr/>
          </p:nvSpPr>
          <p:spPr>
            <a:xfrm>
              <a:off x="1269202" y="51236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4" name="Google Shape;404;p1"/>
            <p:cNvSpPr/>
            <p:nvPr/>
          </p:nvSpPr>
          <p:spPr>
            <a:xfrm>
              <a:off x="1181642" y="5241963"/>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5" name="Google Shape;405;p1"/>
            <p:cNvSpPr/>
            <p:nvPr/>
          </p:nvSpPr>
          <p:spPr>
            <a:xfrm>
              <a:off x="1269202" y="5241963"/>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6" name="Google Shape;406;p1"/>
            <p:cNvSpPr/>
            <p:nvPr/>
          </p:nvSpPr>
          <p:spPr>
            <a:xfrm>
              <a:off x="1181642" y="5363838"/>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7" name="Google Shape;407;p1"/>
            <p:cNvSpPr/>
            <p:nvPr/>
          </p:nvSpPr>
          <p:spPr>
            <a:xfrm>
              <a:off x="1269202" y="5363838"/>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8" name="Google Shape;408;p1"/>
            <p:cNvSpPr/>
            <p:nvPr/>
          </p:nvSpPr>
          <p:spPr>
            <a:xfrm>
              <a:off x="1373327" y="46503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9" name="Google Shape;409;p1"/>
            <p:cNvSpPr/>
            <p:nvPr/>
          </p:nvSpPr>
          <p:spPr>
            <a:xfrm>
              <a:off x="1462071" y="465034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0" name="Google Shape;410;p1"/>
            <p:cNvSpPr/>
            <p:nvPr/>
          </p:nvSpPr>
          <p:spPr>
            <a:xfrm>
              <a:off x="1548447" y="4650341"/>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1" name="Google Shape;411;p1"/>
            <p:cNvSpPr/>
            <p:nvPr/>
          </p:nvSpPr>
          <p:spPr>
            <a:xfrm>
              <a:off x="1373327" y="477103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2" name="Google Shape;412;p1"/>
            <p:cNvSpPr/>
            <p:nvPr/>
          </p:nvSpPr>
          <p:spPr>
            <a:xfrm>
              <a:off x="1462071" y="477103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3" name="Google Shape;413;p1"/>
            <p:cNvSpPr/>
            <p:nvPr/>
          </p:nvSpPr>
          <p:spPr>
            <a:xfrm>
              <a:off x="1548447" y="4771032"/>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4" name="Google Shape;414;p1"/>
            <p:cNvSpPr/>
            <p:nvPr/>
          </p:nvSpPr>
          <p:spPr>
            <a:xfrm>
              <a:off x="1373327" y="4890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5" name="Google Shape;415;p1"/>
            <p:cNvSpPr/>
            <p:nvPr/>
          </p:nvSpPr>
          <p:spPr>
            <a:xfrm>
              <a:off x="1462071" y="4890540"/>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6" name="Google Shape;416;p1"/>
            <p:cNvSpPr/>
            <p:nvPr/>
          </p:nvSpPr>
          <p:spPr>
            <a:xfrm>
              <a:off x="1548447" y="4890540"/>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7" name="Google Shape;417;p1"/>
            <p:cNvSpPr/>
            <p:nvPr/>
          </p:nvSpPr>
          <p:spPr>
            <a:xfrm>
              <a:off x="1373327" y="5011231"/>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8" name="Google Shape;418;p1"/>
            <p:cNvSpPr/>
            <p:nvPr/>
          </p:nvSpPr>
          <p:spPr>
            <a:xfrm>
              <a:off x="1462071" y="5011231"/>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9" name="Google Shape;419;p1"/>
            <p:cNvSpPr/>
            <p:nvPr/>
          </p:nvSpPr>
          <p:spPr>
            <a:xfrm>
              <a:off x="1548447" y="5011231"/>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0" name="Google Shape;420;p1"/>
            <p:cNvSpPr/>
            <p:nvPr/>
          </p:nvSpPr>
          <p:spPr>
            <a:xfrm>
              <a:off x="1373327" y="512482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1" name="Google Shape;421;p1"/>
            <p:cNvSpPr/>
            <p:nvPr/>
          </p:nvSpPr>
          <p:spPr>
            <a:xfrm>
              <a:off x="1462071" y="512482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2" name="Google Shape;422;p1"/>
            <p:cNvSpPr/>
            <p:nvPr/>
          </p:nvSpPr>
          <p:spPr>
            <a:xfrm>
              <a:off x="1548447" y="5124822"/>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3" name="Google Shape;423;p1"/>
            <p:cNvSpPr/>
            <p:nvPr/>
          </p:nvSpPr>
          <p:spPr>
            <a:xfrm>
              <a:off x="1373327" y="524669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4" name="Google Shape;424;p1"/>
            <p:cNvSpPr/>
            <p:nvPr/>
          </p:nvSpPr>
          <p:spPr>
            <a:xfrm>
              <a:off x="1462071" y="5246696"/>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5" name="Google Shape;425;p1"/>
            <p:cNvSpPr/>
            <p:nvPr/>
          </p:nvSpPr>
          <p:spPr>
            <a:xfrm>
              <a:off x="1548447" y="5246696"/>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6" name="Google Shape;426;p1"/>
            <p:cNvSpPr/>
            <p:nvPr/>
          </p:nvSpPr>
          <p:spPr>
            <a:xfrm>
              <a:off x="1373327" y="5365021"/>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7" name="Google Shape;427;p1"/>
            <p:cNvSpPr/>
            <p:nvPr/>
          </p:nvSpPr>
          <p:spPr>
            <a:xfrm>
              <a:off x="1462071" y="5365021"/>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8" name="Google Shape;428;p1"/>
            <p:cNvSpPr/>
            <p:nvPr/>
          </p:nvSpPr>
          <p:spPr>
            <a:xfrm>
              <a:off x="1548447" y="5365021"/>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429" name="Google Shape;429;p1"/>
          <p:cNvGrpSpPr/>
          <p:nvPr/>
        </p:nvGrpSpPr>
        <p:grpSpPr>
          <a:xfrm>
            <a:off x="10474164" y="1000516"/>
            <a:ext cx="482011" cy="3476222"/>
            <a:chOff x="9980612" y="3886200"/>
            <a:chExt cx="318292" cy="2295494"/>
          </a:xfrm>
        </p:grpSpPr>
        <p:sp>
          <p:nvSpPr>
            <p:cNvPr id="430" name="Google Shape;430;p1"/>
            <p:cNvSpPr/>
            <p:nvPr/>
          </p:nvSpPr>
          <p:spPr>
            <a:xfrm>
              <a:off x="9980612" y="4325184"/>
              <a:ext cx="318292" cy="185651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1" name="Google Shape;431;p1"/>
            <p:cNvSpPr/>
            <p:nvPr/>
          </p:nvSpPr>
          <p:spPr>
            <a:xfrm>
              <a:off x="10019659" y="4364231"/>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2" name="Google Shape;432;p1"/>
            <p:cNvSpPr/>
            <p:nvPr/>
          </p:nvSpPr>
          <p:spPr>
            <a:xfrm>
              <a:off x="10107219" y="436423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3" name="Google Shape;433;p1"/>
            <p:cNvSpPr/>
            <p:nvPr/>
          </p:nvSpPr>
          <p:spPr>
            <a:xfrm>
              <a:off x="10194779" y="436423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4" name="Google Shape;434;p1"/>
            <p:cNvSpPr/>
            <p:nvPr/>
          </p:nvSpPr>
          <p:spPr>
            <a:xfrm>
              <a:off x="10019659" y="4484921"/>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5" name="Google Shape;435;p1"/>
            <p:cNvSpPr/>
            <p:nvPr/>
          </p:nvSpPr>
          <p:spPr>
            <a:xfrm>
              <a:off x="10107219" y="44849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6" name="Google Shape;436;p1"/>
            <p:cNvSpPr/>
            <p:nvPr/>
          </p:nvSpPr>
          <p:spPr>
            <a:xfrm>
              <a:off x="10194779" y="44849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7" name="Google Shape;437;p1"/>
            <p:cNvSpPr/>
            <p:nvPr/>
          </p:nvSpPr>
          <p:spPr>
            <a:xfrm>
              <a:off x="10019659" y="4604429"/>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8" name="Google Shape;438;p1"/>
            <p:cNvSpPr/>
            <p:nvPr/>
          </p:nvSpPr>
          <p:spPr>
            <a:xfrm>
              <a:off x="10107219" y="460442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9" name="Google Shape;439;p1"/>
            <p:cNvSpPr/>
            <p:nvPr/>
          </p:nvSpPr>
          <p:spPr>
            <a:xfrm>
              <a:off x="10194779" y="460442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0" name="Google Shape;440;p1"/>
            <p:cNvSpPr/>
            <p:nvPr/>
          </p:nvSpPr>
          <p:spPr>
            <a:xfrm>
              <a:off x="10019659" y="4725120"/>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1" name="Google Shape;441;p1"/>
            <p:cNvSpPr/>
            <p:nvPr/>
          </p:nvSpPr>
          <p:spPr>
            <a:xfrm>
              <a:off x="10107219" y="472512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2" name="Google Shape;442;p1"/>
            <p:cNvSpPr/>
            <p:nvPr/>
          </p:nvSpPr>
          <p:spPr>
            <a:xfrm>
              <a:off x="10194779" y="472512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3" name="Google Shape;443;p1"/>
            <p:cNvSpPr/>
            <p:nvPr/>
          </p:nvSpPr>
          <p:spPr>
            <a:xfrm>
              <a:off x="10019659" y="4838712"/>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4" name="Google Shape;444;p1"/>
            <p:cNvSpPr/>
            <p:nvPr/>
          </p:nvSpPr>
          <p:spPr>
            <a:xfrm>
              <a:off x="10107219" y="483871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5" name="Google Shape;445;p1"/>
            <p:cNvSpPr/>
            <p:nvPr/>
          </p:nvSpPr>
          <p:spPr>
            <a:xfrm>
              <a:off x="10194779" y="483871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6" name="Google Shape;446;p1"/>
            <p:cNvSpPr/>
            <p:nvPr/>
          </p:nvSpPr>
          <p:spPr>
            <a:xfrm>
              <a:off x="10019659" y="4960586"/>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7" name="Google Shape;447;p1"/>
            <p:cNvSpPr/>
            <p:nvPr/>
          </p:nvSpPr>
          <p:spPr>
            <a:xfrm>
              <a:off x="10107219" y="496058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8" name="Google Shape;448;p1"/>
            <p:cNvSpPr/>
            <p:nvPr/>
          </p:nvSpPr>
          <p:spPr>
            <a:xfrm>
              <a:off x="10194779" y="496058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9" name="Google Shape;449;p1"/>
            <p:cNvSpPr/>
            <p:nvPr/>
          </p:nvSpPr>
          <p:spPr>
            <a:xfrm>
              <a:off x="10019659" y="5078910"/>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0" name="Google Shape;450;p1"/>
            <p:cNvSpPr/>
            <p:nvPr/>
          </p:nvSpPr>
          <p:spPr>
            <a:xfrm>
              <a:off x="10107219" y="507891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1" name="Google Shape;451;p1"/>
            <p:cNvSpPr/>
            <p:nvPr/>
          </p:nvSpPr>
          <p:spPr>
            <a:xfrm>
              <a:off x="10194779" y="507891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2" name="Google Shape;452;p1"/>
            <p:cNvSpPr/>
            <p:nvPr/>
          </p:nvSpPr>
          <p:spPr>
            <a:xfrm>
              <a:off x="10019659" y="5198418"/>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3" name="Google Shape;453;p1"/>
            <p:cNvSpPr/>
            <p:nvPr/>
          </p:nvSpPr>
          <p:spPr>
            <a:xfrm>
              <a:off x="10107219" y="519841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4" name="Google Shape;454;p1"/>
            <p:cNvSpPr/>
            <p:nvPr/>
          </p:nvSpPr>
          <p:spPr>
            <a:xfrm>
              <a:off x="10194779" y="519841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5" name="Google Shape;455;p1"/>
            <p:cNvSpPr/>
            <p:nvPr/>
          </p:nvSpPr>
          <p:spPr>
            <a:xfrm>
              <a:off x="10019659" y="5317925"/>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6" name="Google Shape;456;p1"/>
            <p:cNvSpPr/>
            <p:nvPr/>
          </p:nvSpPr>
          <p:spPr>
            <a:xfrm>
              <a:off x="10107219" y="531792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7" name="Google Shape;457;p1"/>
            <p:cNvSpPr/>
            <p:nvPr/>
          </p:nvSpPr>
          <p:spPr>
            <a:xfrm>
              <a:off x="10194779" y="531792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8" name="Google Shape;458;p1"/>
            <p:cNvSpPr/>
            <p:nvPr/>
          </p:nvSpPr>
          <p:spPr>
            <a:xfrm>
              <a:off x="10019659" y="5438616"/>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9" name="Google Shape;459;p1"/>
            <p:cNvSpPr/>
            <p:nvPr/>
          </p:nvSpPr>
          <p:spPr>
            <a:xfrm>
              <a:off x="10107219" y="543861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0" name="Google Shape;460;p1"/>
            <p:cNvSpPr/>
            <p:nvPr/>
          </p:nvSpPr>
          <p:spPr>
            <a:xfrm>
              <a:off x="10194779" y="543861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1" name="Google Shape;461;p1"/>
            <p:cNvSpPr/>
            <p:nvPr/>
          </p:nvSpPr>
          <p:spPr>
            <a:xfrm>
              <a:off x="10019659" y="5558124"/>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2" name="Google Shape;462;p1"/>
            <p:cNvSpPr/>
            <p:nvPr/>
          </p:nvSpPr>
          <p:spPr>
            <a:xfrm>
              <a:off x="10107219" y="55581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3" name="Google Shape;463;p1"/>
            <p:cNvSpPr/>
            <p:nvPr/>
          </p:nvSpPr>
          <p:spPr>
            <a:xfrm>
              <a:off x="10194779" y="55581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4" name="Google Shape;464;p1"/>
            <p:cNvSpPr/>
            <p:nvPr/>
          </p:nvSpPr>
          <p:spPr>
            <a:xfrm>
              <a:off x="10019659" y="5678815"/>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5" name="Google Shape;465;p1"/>
            <p:cNvSpPr/>
            <p:nvPr/>
          </p:nvSpPr>
          <p:spPr>
            <a:xfrm>
              <a:off x="10107219" y="567881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6" name="Google Shape;466;p1"/>
            <p:cNvSpPr/>
            <p:nvPr/>
          </p:nvSpPr>
          <p:spPr>
            <a:xfrm>
              <a:off x="10194779" y="567881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7" name="Google Shape;467;p1"/>
            <p:cNvSpPr/>
            <p:nvPr/>
          </p:nvSpPr>
          <p:spPr>
            <a:xfrm>
              <a:off x="10019659" y="5792406"/>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8" name="Google Shape;468;p1"/>
            <p:cNvSpPr/>
            <p:nvPr/>
          </p:nvSpPr>
          <p:spPr>
            <a:xfrm>
              <a:off x="10107219" y="579240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9" name="Google Shape;469;p1"/>
            <p:cNvSpPr/>
            <p:nvPr/>
          </p:nvSpPr>
          <p:spPr>
            <a:xfrm>
              <a:off x="10194779" y="579240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70" name="Google Shape;470;p1"/>
            <p:cNvSpPr/>
            <p:nvPr/>
          </p:nvSpPr>
          <p:spPr>
            <a:xfrm>
              <a:off x="10019659" y="5914280"/>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71" name="Google Shape;471;p1"/>
            <p:cNvSpPr/>
            <p:nvPr/>
          </p:nvSpPr>
          <p:spPr>
            <a:xfrm>
              <a:off x="10107219" y="591428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72" name="Google Shape;472;p1"/>
            <p:cNvSpPr/>
            <p:nvPr/>
          </p:nvSpPr>
          <p:spPr>
            <a:xfrm>
              <a:off x="10194779" y="591428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73" name="Google Shape;473;p1"/>
            <p:cNvSpPr/>
            <p:nvPr/>
          </p:nvSpPr>
          <p:spPr>
            <a:xfrm>
              <a:off x="10019659" y="6032605"/>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74" name="Google Shape;474;p1"/>
            <p:cNvSpPr/>
            <p:nvPr/>
          </p:nvSpPr>
          <p:spPr>
            <a:xfrm>
              <a:off x="10107219" y="603260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75" name="Google Shape;475;p1"/>
            <p:cNvSpPr/>
            <p:nvPr/>
          </p:nvSpPr>
          <p:spPr>
            <a:xfrm>
              <a:off x="10194779" y="603260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76" name="Google Shape;476;p1"/>
            <p:cNvSpPr/>
            <p:nvPr/>
          </p:nvSpPr>
          <p:spPr>
            <a:xfrm>
              <a:off x="10013743" y="4279037"/>
              <a:ext cx="252030" cy="5561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77" name="Google Shape;477;p1"/>
            <p:cNvSpPr/>
            <p:nvPr/>
          </p:nvSpPr>
          <p:spPr>
            <a:xfrm>
              <a:off x="10134434" y="3886200"/>
              <a:ext cx="9466" cy="39993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478" name="Google Shape;478;p1"/>
          <p:cNvGrpSpPr/>
          <p:nvPr/>
        </p:nvGrpSpPr>
        <p:grpSpPr>
          <a:xfrm>
            <a:off x="7648561" y="2331201"/>
            <a:ext cx="864411" cy="2145537"/>
            <a:chOff x="9523412" y="304800"/>
            <a:chExt cx="885825" cy="2198688"/>
          </a:xfrm>
        </p:grpSpPr>
        <p:sp>
          <p:nvSpPr>
            <p:cNvPr id="479" name="Google Shape;479;p1"/>
            <p:cNvSpPr/>
            <p:nvPr/>
          </p:nvSpPr>
          <p:spPr>
            <a:xfrm>
              <a:off x="9752012" y="817562"/>
              <a:ext cx="428625" cy="1193800"/>
            </a:xfrm>
            <a:custGeom>
              <a:rect b="b" l="l" r="r" t="t"/>
              <a:pathLst>
                <a:path extrusionOk="0" h="752" w="270">
                  <a:moveTo>
                    <a:pt x="134" y="0"/>
                  </a:moveTo>
                  <a:lnTo>
                    <a:pt x="241" y="137"/>
                  </a:lnTo>
                  <a:lnTo>
                    <a:pt x="270" y="137"/>
                  </a:lnTo>
                  <a:lnTo>
                    <a:pt x="270" y="752"/>
                  </a:lnTo>
                  <a:lnTo>
                    <a:pt x="0" y="752"/>
                  </a:lnTo>
                  <a:lnTo>
                    <a:pt x="0" y="137"/>
                  </a:lnTo>
                  <a:lnTo>
                    <a:pt x="28" y="137"/>
                  </a:lnTo>
                  <a:lnTo>
                    <a:pt x="134"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0" name="Google Shape;480;p1"/>
            <p:cNvSpPr/>
            <p:nvPr/>
          </p:nvSpPr>
          <p:spPr>
            <a:xfrm>
              <a:off x="9923462" y="10842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1" name="Google Shape;481;p1"/>
            <p:cNvSpPr/>
            <p:nvPr/>
          </p:nvSpPr>
          <p:spPr>
            <a:xfrm>
              <a:off x="10040937" y="10842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2" name="Google Shape;482;p1"/>
            <p:cNvSpPr/>
            <p:nvPr/>
          </p:nvSpPr>
          <p:spPr>
            <a:xfrm>
              <a:off x="9805987" y="10842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3" name="Google Shape;483;p1"/>
            <p:cNvSpPr/>
            <p:nvPr/>
          </p:nvSpPr>
          <p:spPr>
            <a:xfrm>
              <a:off x="9923462" y="12366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4" name="Google Shape;484;p1"/>
            <p:cNvSpPr/>
            <p:nvPr/>
          </p:nvSpPr>
          <p:spPr>
            <a:xfrm>
              <a:off x="10040937" y="12366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5" name="Google Shape;485;p1"/>
            <p:cNvSpPr/>
            <p:nvPr/>
          </p:nvSpPr>
          <p:spPr>
            <a:xfrm>
              <a:off x="9805987" y="12366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6" name="Google Shape;486;p1"/>
            <p:cNvSpPr/>
            <p:nvPr/>
          </p:nvSpPr>
          <p:spPr>
            <a:xfrm>
              <a:off x="9923462" y="13874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7" name="Google Shape;487;p1"/>
            <p:cNvSpPr/>
            <p:nvPr/>
          </p:nvSpPr>
          <p:spPr>
            <a:xfrm>
              <a:off x="10040937" y="13874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8" name="Google Shape;488;p1"/>
            <p:cNvSpPr/>
            <p:nvPr/>
          </p:nvSpPr>
          <p:spPr>
            <a:xfrm>
              <a:off x="9805987" y="13874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9" name="Google Shape;489;p1"/>
            <p:cNvSpPr/>
            <p:nvPr/>
          </p:nvSpPr>
          <p:spPr>
            <a:xfrm>
              <a:off x="9923462" y="15398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0" name="Google Shape;490;p1"/>
            <p:cNvSpPr/>
            <p:nvPr/>
          </p:nvSpPr>
          <p:spPr>
            <a:xfrm>
              <a:off x="10040937" y="15398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1" name="Google Shape;491;p1"/>
            <p:cNvSpPr/>
            <p:nvPr/>
          </p:nvSpPr>
          <p:spPr>
            <a:xfrm>
              <a:off x="9805987" y="15398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2" name="Google Shape;492;p1"/>
            <p:cNvSpPr/>
            <p:nvPr/>
          </p:nvSpPr>
          <p:spPr>
            <a:xfrm>
              <a:off x="9923462" y="169227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3" name="Google Shape;493;p1"/>
            <p:cNvSpPr/>
            <p:nvPr/>
          </p:nvSpPr>
          <p:spPr>
            <a:xfrm>
              <a:off x="10040937" y="169227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4" name="Google Shape;494;p1"/>
            <p:cNvSpPr/>
            <p:nvPr/>
          </p:nvSpPr>
          <p:spPr>
            <a:xfrm>
              <a:off x="9805987" y="169227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5" name="Google Shape;495;p1"/>
            <p:cNvSpPr/>
            <p:nvPr/>
          </p:nvSpPr>
          <p:spPr>
            <a:xfrm>
              <a:off x="9958387" y="304800"/>
              <a:ext cx="12700" cy="5365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6" name="Google Shape;496;p1"/>
            <p:cNvSpPr/>
            <p:nvPr/>
          </p:nvSpPr>
          <p:spPr>
            <a:xfrm>
              <a:off x="9523412" y="1851025"/>
              <a:ext cx="885825" cy="65246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7" name="Google Shape;497;p1"/>
            <p:cNvSpPr/>
            <p:nvPr/>
          </p:nvSpPr>
          <p:spPr>
            <a:xfrm>
              <a:off x="9609137" y="1944687"/>
              <a:ext cx="206375"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8" name="Google Shape;498;p1"/>
            <p:cNvSpPr/>
            <p:nvPr/>
          </p:nvSpPr>
          <p:spPr>
            <a:xfrm>
              <a:off x="9863137" y="1944687"/>
              <a:ext cx="207962"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9" name="Google Shape;499;p1"/>
            <p:cNvSpPr/>
            <p:nvPr/>
          </p:nvSpPr>
          <p:spPr>
            <a:xfrm>
              <a:off x="10118725" y="1944687"/>
              <a:ext cx="206375"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00" name="Google Shape;500;p1"/>
            <p:cNvSpPr/>
            <p:nvPr/>
          </p:nvSpPr>
          <p:spPr>
            <a:xfrm>
              <a:off x="9609137" y="2182812"/>
              <a:ext cx="206375"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01" name="Google Shape;501;p1"/>
            <p:cNvSpPr/>
            <p:nvPr/>
          </p:nvSpPr>
          <p:spPr>
            <a:xfrm>
              <a:off x="9863137" y="2182812"/>
              <a:ext cx="207962"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02" name="Google Shape;502;p1"/>
            <p:cNvSpPr/>
            <p:nvPr/>
          </p:nvSpPr>
          <p:spPr>
            <a:xfrm>
              <a:off x="10118725" y="2182812"/>
              <a:ext cx="206375"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503" name="Google Shape;503;p1"/>
          <p:cNvGrpSpPr/>
          <p:nvPr/>
        </p:nvGrpSpPr>
        <p:grpSpPr>
          <a:xfrm>
            <a:off x="6953850" y="3886194"/>
            <a:ext cx="364748" cy="590544"/>
            <a:chOff x="4722812" y="5133975"/>
            <a:chExt cx="500063" cy="809625"/>
          </a:xfrm>
        </p:grpSpPr>
        <p:sp>
          <p:nvSpPr>
            <p:cNvPr id="504" name="Google Shape;504;p1"/>
            <p:cNvSpPr/>
            <p:nvPr/>
          </p:nvSpPr>
          <p:spPr>
            <a:xfrm>
              <a:off x="4722812" y="5407025"/>
              <a:ext cx="500063" cy="5365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05" name="Google Shape;505;p1"/>
            <p:cNvSpPr/>
            <p:nvPr/>
          </p:nvSpPr>
          <p:spPr>
            <a:xfrm>
              <a:off x="4770437" y="5454650"/>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06" name="Google Shape;506;p1"/>
            <p:cNvSpPr/>
            <p:nvPr/>
          </p:nvSpPr>
          <p:spPr>
            <a:xfrm>
              <a:off x="4914899" y="5454650"/>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07" name="Google Shape;507;p1"/>
            <p:cNvSpPr/>
            <p:nvPr/>
          </p:nvSpPr>
          <p:spPr>
            <a:xfrm>
              <a:off x="5057774" y="5454650"/>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08" name="Google Shape;508;p1"/>
            <p:cNvSpPr/>
            <p:nvPr/>
          </p:nvSpPr>
          <p:spPr>
            <a:xfrm>
              <a:off x="4797424" y="5133975"/>
              <a:ext cx="352425" cy="2952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09" name="Google Shape;509;p1"/>
            <p:cNvSpPr/>
            <p:nvPr/>
          </p:nvSpPr>
          <p:spPr>
            <a:xfrm>
              <a:off x="4843462" y="5194300"/>
              <a:ext cx="115888"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10" name="Google Shape;510;p1"/>
            <p:cNvSpPr/>
            <p:nvPr/>
          </p:nvSpPr>
          <p:spPr>
            <a:xfrm>
              <a:off x="4986337" y="5194300"/>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11" name="Google Shape;511;p1"/>
            <p:cNvSpPr/>
            <p:nvPr/>
          </p:nvSpPr>
          <p:spPr>
            <a:xfrm>
              <a:off x="4770437" y="5635625"/>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12" name="Google Shape;512;p1"/>
            <p:cNvSpPr/>
            <p:nvPr/>
          </p:nvSpPr>
          <p:spPr>
            <a:xfrm>
              <a:off x="4914899" y="5635625"/>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13" name="Google Shape;513;p1"/>
            <p:cNvSpPr/>
            <p:nvPr/>
          </p:nvSpPr>
          <p:spPr>
            <a:xfrm>
              <a:off x="5057774" y="5635625"/>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514" name="Google Shape;514;p1"/>
          <p:cNvGrpSpPr/>
          <p:nvPr/>
        </p:nvGrpSpPr>
        <p:grpSpPr>
          <a:xfrm>
            <a:off x="5789612" y="3685135"/>
            <a:ext cx="348553" cy="791603"/>
            <a:chOff x="2741612" y="1676400"/>
            <a:chExt cx="357188" cy="811213"/>
          </a:xfrm>
        </p:grpSpPr>
        <p:sp>
          <p:nvSpPr>
            <p:cNvPr id="515" name="Google Shape;515;p1"/>
            <p:cNvSpPr/>
            <p:nvPr/>
          </p:nvSpPr>
          <p:spPr>
            <a:xfrm>
              <a:off x="2741612" y="1676400"/>
              <a:ext cx="357188" cy="81121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16" name="Google Shape;516;p1"/>
            <p:cNvSpPr/>
            <p:nvPr/>
          </p:nvSpPr>
          <p:spPr>
            <a:xfrm>
              <a:off x="2947987" y="1739900"/>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17" name="Google Shape;517;p1"/>
            <p:cNvSpPr/>
            <p:nvPr/>
          </p:nvSpPr>
          <p:spPr>
            <a:xfrm>
              <a:off x="2816225" y="1739900"/>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18" name="Google Shape;518;p1"/>
            <p:cNvSpPr/>
            <p:nvPr/>
          </p:nvSpPr>
          <p:spPr>
            <a:xfrm>
              <a:off x="2947987" y="190817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19" name="Google Shape;519;p1"/>
            <p:cNvSpPr/>
            <p:nvPr/>
          </p:nvSpPr>
          <p:spPr>
            <a:xfrm>
              <a:off x="2816225" y="190817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20" name="Google Shape;520;p1"/>
            <p:cNvSpPr/>
            <p:nvPr/>
          </p:nvSpPr>
          <p:spPr>
            <a:xfrm>
              <a:off x="2947987" y="20701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21" name="Google Shape;521;p1"/>
            <p:cNvSpPr/>
            <p:nvPr/>
          </p:nvSpPr>
          <p:spPr>
            <a:xfrm>
              <a:off x="2816225" y="20701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22" name="Google Shape;522;p1"/>
            <p:cNvSpPr/>
            <p:nvPr/>
          </p:nvSpPr>
          <p:spPr>
            <a:xfrm>
              <a:off x="2947987" y="2246312"/>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23" name="Google Shape;523;p1"/>
            <p:cNvSpPr/>
            <p:nvPr/>
          </p:nvSpPr>
          <p:spPr>
            <a:xfrm>
              <a:off x="2816225" y="2246312"/>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524" name="Google Shape;524;p1"/>
          <p:cNvGrpSpPr/>
          <p:nvPr/>
        </p:nvGrpSpPr>
        <p:grpSpPr>
          <a:xfrm>
            <a:off x="5103812" y="2438400"/>
            <a:ext cx="547687" cy="2138363"/>
            <a:chOff x="8075612" y="2339975"/>
            <a:chExt cx="547687" cy="2138363"/>
          </a:xfrm>
        </p:grpSpPr>
        <p:sp>
          <p:nvSpPr>
            <p:cNvPr id="525" name="Google Shape;525;p1"/>
            <p:cNvSpPr/>
            <p:nvPr/>
          </p:nvSpPr>
          <p:spPr>
            <a:xfrm>
              <a:off x="8075612" y="3886200"/>
              <a:ext cx="547687" cy="5921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526" name="Google Shape;526;p1"/>
            <p:cNvGrpSpPr/>
            <p:nvPr/>
          </p:nvGrpSpPr>
          <p:grpSpPr>
            <a:xfrm>
              <a:off x="8128000" y="2339975"/>
              <a:ext cx="436562" cy="2012950"/>
              <a:chOff x="7697788" y="3805238"/>
              <a:chExt cx="436562" cy="2012950"/>
            </a:xfrm>
          </p:grpSpPr>
          <p:sp>
            <p:nvSpPr>
              <p:cNvPr id="527" name="Google Shape;527;p1"/>
              <p:cNvSpPr/>
              <p:nvPr/>
            </p:nvSpPr>
            <p:spPr>
              <a:xfrm>
                <a:off x="7704138" y="4318000"/>
                <a:ext cx="430212" cy="1193800"/>
              </a:xfrm>
              <a:custGeom>
                <a:rect b="b" l="l" r="r" t="t"/>
                <a:pathLst>
                  <a:path extrusionOk="0" h="752" w="271">
                    <a:moveTo>
                      <a:pt x="135" y="0"/>
                    </a:moveTo>
                    <a:lnTo>
                      <a:pt x="241" y="137"/>
                    </a:lnTo>
                    <a:lnTo>
                      <a:pt x="271" y="137"/>
                    </a:lnTo>
                    <a:lnTo>
                      <a:pt x="271" y="752"/>
                    </a:lnTo>
                    <a:lnTo>
                      <a:pt x="0" y="752"/>
                    </a:lnTo>
                    <a:lnTo>
                      <a:pt x="0" y="137"/>
                    </a:lnTo>
                    <a:lnTo>
                      <a:pt x="29" y="137"/>
                    </a:lnTo>
                    <a:lnTo>
                      <a:pt x="135"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28" name="Google Shape;528;p1"/>
              <p:cNvSpPr/>
              <p:nvPr/>
            </p:nvSpPr>
            <p:spPr>
              <a:xfrm>
                <a:off x="7875588" y="45847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29" name="Google Shape;529;p1"/>
              <p:cNvSpPr/>
              <p:nvPr/>
            </p:nvSpPr>
            <p:spPr>
              <a:xfrm>
                <a:off x="7993063" y="45847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0" name="Google Shape;530;p1"/>
              <p:cNvSpPr/>
              <p:nvPr/>
            </p:nvSpPr>
            <p:spPr>
              <a:xfrm>
                <a:off x="7758113" y="4584700"/>
                <a:ext cx="84137"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1" name="Google Shape;531;p1"/>
              <p:cNvSpPr/>
              <p:nvPr/>
            </p:nvSpPr>
            <p:spPr>
              <a:xfrm>
                <a:off x="7875588" y="47371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2" name="Google Shape;532;p1"/>
              <p:cNvSpPr/>
              <p:nvPr/>
            </p:nvSpPr>
            <p:spPr>
              <a:xfrm>
                <a:off x="7993063" y="47371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3" name="Google Shape;533;p1"/>
              <p:cNvSpPr/>
              <p:nvPr/>
            </p:nvSpPr>
            <p:spPr>
              <a:xfrm>
                <a:off x="7758113" y="4737100"/>
                <a:ext cx="84137"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4" name="Google Shape;534;p1"/>
              <p:cNvSpPr/>
              <p:nvPr/>
            </p:nvSpPr>
            <p:spPr>
              <a:xfrm>
                <a:off x="7875588" y="4889500"/>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5" name="Google Shape;535;p1"/>
              <p:cNvSpPr/>
              <p:nvPr/>
            </p:nvSpPr>
            <p:spPr>
              <a:xfrm>
                <a:off x="7993063" y="4889500"/>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6" name="Google Shape;536;p1"/>
              <p:cNvSpPr/>
              <p:nvPr/>
            </p:nvSpPr>
            <p:spPr>
              <a:xfrm>
                <a:off x="7758113" y="4889500"/>
                <a:ext cx="84137"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7" name="Google Shape;537;p1"/>
              <p:cNvSpPr/>
              <p:nvPr/>
            </p:nvSpPr>
            <p:spPr>
              <a:xfrm>
                <a:off x="7875588" y="5040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8" name="Google Shape;538;p1"/>
              <p:cNvSpPr/>
              <p:nvPr/>
            </p:nvSpPr>
            <p:spPr>
              <a:xfrm>
                <a:off x="7993063" y="5040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9" name="Google Shape;539;p1"/>
              <p:cNvSpPr/>
              <p:nvPr/>
            </p:nvSpPr>
            <p:spPr>
              <a:xfrm>
                <a:off x="7758113" y="5040313"/>
                <a:ext cx="84137"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0" name="Google Shape;540;p1"/>
              <p:cNvSpPr/>
              <p:nvPr/>
            </p:nvSpPr>
            <p:spPr>
              <a:xfrm>
                <a:off x="7875588" y="51927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1" name="Google Shape;541;p1"/>
              <p:cNvSpPr/>
              <p:nvPr/>
            </p:nvSpPr>
            <p:spPr>
              <a:xfrm>
                <a:off x="7993063" y="51927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2" name="Google Shape;542;p1"/>
              <p:cNvSpPr/>
              <p:nvPr/>
            </p:nvSpPr>
            <p:spPr>
              <a:xfrm>
                <a:off x="7758113" y="5192713"/>
                <a:ext cx="84137"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3" name="Google Shape;543;p1"/>
              <p:cNvSpPr/>
              <p:nvPr/>
            </p:nvSpPr>
            <p:spPr>
              <a:xfrm>
                <a:off x="7910513" y="3805238"/>
                <a:ext cx="12700" cy="5365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4" name="Google Shape;544;p1"/>
              <p:cNvSpPr/>
              <p:nvPr/>
            </p:nvSpPr>
            <p:spPr>
              <a:xfrm>
                <a:off x="7815263" y="53959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5" name="Google Shape;545;p1"/>
              <p:cNvSpPr/>
              <p:nvPr/>
            </p:nvSpPr>
            <p:spPr>
              <a:xfrm>
                <a:off x="7934325" y="53959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6" name="Google Shape;546;p1"/>
              <p:cNvSpPr/>
              <p:nvPr/>
            </p:nvSpPr>
            <p:spPr>
              <a:xfrm>
                <a:off x="7697788" y="5395913"/>
                <a:ext cx="87312"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7" name="Google Shape;547;p1"/>
              <p:cNvSpPr/>
              <p:nvPr/>
            </p:nvSpPr>
            <p:spPr>
              <a:xfrm>
                <a:off x="7815263" y="5548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8" name="Google Shape;548;p1"/>
              <p:cNvSpPr/>
              <p:nvPr/>
            </p:nvSpPr>
            <p:spPr>
              <a:xfrm>
                <a:off x="7934325" y="5548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9" name="Google Shape;549;p1"/>
              <p:cNvSpPr/>
              <p:nvPr/>
            </p:nvSpPr>
            <p:spPr>
              <a:xfrm>
                <a:off x="7697788" y="5548313"/>
                <a:ext cx="87312"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50" name="Google Shape;550;p1"/>
              <p:cNvSpPr/>
              <p:nvPr/>
            </p:nvSpPr>
            <p:spPr>
              <a:xfrm>
                <a:off x="7815263" y="569912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51" name="Google Shape;551;p1"/>
              <p:cNvSpPr/>
              <p:nvPr/>
            </p:nvSpPr>
            <p:spPr>
              <a:xfrm>
                <a:off x="7934325" y="569912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52" name="Google Shape;552;p1"/>
              <p:cNvSpPr/>
              <p:nvPr/>
            </p:nvSpPr>
            <p:spPr>
              <a:xfrm>
                <a:off x="8043863" y="53959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53" name="Google Shape;553;p1"/>
              <p:cNvSpPr/>
              <p:nvPr/>
            </p:nvSpPr>
            <p:spPr>
              <a:xfrm>
                <a:off x="8043863" y="5548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54" name="Google Shape;554;p1"/>
              <p:cNvSpPr/>
              <p:nvPr/>
            </p:nvSpPr>
            <p:spPr>
              <a:xfrm>
                <a:off x="8043863" y="569912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55" name="Google Shape;555;p1"/>
              <p:cNvSpPr/>
              <p:nvPr/>
            </p:nvSpPr>
            <p:spPr>
              <a:xfrm>
                <a:off x="7697788" y="5699125"/>
                <a:ext cx="87312"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sp>
        <p:nvSpPr>
          <p:cNvPr id="556" name="Google Shape;556;p1"/>
          <p:cNvSpPr/>
          <p:nvPr/>
        </p:nvSpPr>
        <p:spPr>
          <a:xfrm>
            <a:off x="4113212" y="3733800"/>
            <a:ext cx="471487" cy="784225"/>
          </a:xfrm>
          <a:custGeom>
            <a:rect b="b" l="l" r="r" t="t"/>
            <a:pathLst>
              <a:path extrusionOk="0" h="494" w="297">
                <a:moveTo>
                  <a:pt x="117" y="330"/>
                </a:moveTo>
                <a:lnTo>
                  <a:pt x="119" y="371"/>
                </a:lnTo>
                <a:lnTo>
                  <a:pt x="135" y="355"/>
                </a:lnTo>
                <a:lnTo>
                  <a:pt x="127" y="348"/>
                </a:lnTo>
                <a:lnTo>
                  <a:pt x="120" y="340"/>
                </a:lnTo>
                <a:lnTo>
                  <a:pt x="117" y="330"/>
                </a:lnTo>
                <a:close/>
                <a:moveTo>
                  <a:pt x="105" y="296"/>
                </a:moveTo>
                <a:lnTo>
                  <a:pt x="104" y="297"/>
                </a:lnTo>
                <a:lnTo>
                  <a:pt x="105" y="299"/>
                </a:lnTo>
                <a:lnTo>
                  <a:pt x="106" y="303"/>
                </a:lnTo>
                <a:lnTo>
                  <a:pt x="106" y="296"/>
                </a:lnTo>
                <a:lnTo>
                  <a:pt x="105" y="296"/>
                </a:lnTo>
                <a:close/>
                <a:moveTo>
                  <a:pt x="128" y="273"/>
                </a:moveTo>
                <a:lnTo>
                  <a:pt x="123" y="284"/>
                </a:lnTo>
                <a:lnTo>
                  <a:pt x="113" y="292"/>
                </a:lnTo>
                <a:lnTo>
                  <a:pt x="116" y="315"/>
                </a:lnTo>
                <a:lnTo>
                  <a:pt x="119" y="303"/>
                </a:lnTo>
                <a:lnTo>
                  <a:pt x="126" y="292"/>
                </a:lnTo>
                <a:lnTo>
                  <a:pt x="135" y="284"/>
                </a:lnTo>
                <a:lnTo>
                  <a:pt x="147" y="280"/>
                </a:lnTo>
                <a:lnTo>
                  <a:pt x="146" y="277"/>
                </a:lnTo>
                <a:lnTo>
                  <a:pt x="143" y="276"/>
                </a:lnTo>
                <a:lnTo>
                  <a:pt x="142" y="274"/>
                </a:lnTo>
                <a:lnTo>
                  <a:pt x="133" y="274"/>
                </a:lnTo>
                <a:lnTo>
                  <a:pt x="128" y="273"/>
                </a:lnTo>
                <a:close/>
                <a:moveTo>
                  <a:pt x="154" y="150"/>
                </a:moveTo>
                <a:lnTo>
                  <a:pt x="153" y="152"/>
                </a:lnTo>
                <a:lnTo>
                  <a:pt x="156" y="152"/>
                </a:lnTo>
                <a:lnTo>
                  <a:pt x="156" y="150"/>
                </a:lnTo>
                <a:lnTo>
                  <a:pt x="154" y="150"/>
                </a:lnTo>
                <a:close/>
                <a:moveTo>
                  <a:pt x="132" y="0"/>
                </a:moveTo>
                <a:lnTo>
                  <a:pt x="151" y="3"/>
                </a:lnTo>
                <a:lnTo>
                  <a:pt x="170" y="11"/>
                </a:lnTo>
                <a:lnTo>
                  <a:pt x="185" y="24"/>
                </a:lnTo>
                <a:lnTo>
                  <a:pt x="198" y="38"/>
                </a:lnTo>
                <a:lnTo>
                  <a:pt x="206" y="57"/>
                </a:lnTo>
                <a:lnTo>
                  <a:pt x="208" y="78"/>
                </a:lnTo>
                <a:lnTo>
                  <a:pt x="206" y="94"/>
                </a:lnTo>
                <a:lnTo>
                  <a:pt x="201" y="109"/>
                </a:lnTo>
                <a:lnTo>
                  <a:pt x="216" y="111"/>
                </a:lnTo>
                <a:lnTo>
                  <a:pt x="229" y="118"/>
                </a:lnTo>
                <a:lnTo>
                  <a:pt x="238" y="128"/>
                </a:lnTo>
                <a:lnTo>
                  <a:pt x="245" y="142"/>
                </a:lnTo>
                <a:lnTo>
                  <a:pt x="262" y="152"/>
                </a:lnTo>
                <a:lnTo>
                  <a:pt x="276" y="165"/>
                </a:lnTo>
                <a:lnTo>
                  <a:pt x="287" y="182"/>
                </a:lnTo>
                <a:lnTo>
                  <a:pt x="294" y="200"/>
                </a:lnTo>
                <a:lnTo>
                  <a:pt x="297" y="221"/>
                </a:lnTo>
                <a:lnTo>
                  <a:pt x="293" y="244"/>
                </a:lnTo>
                <a:lnTo>
                  <a:pt x="285" y="265"/>
                </a:lnTo>
                <a:lnTo>
                  <a:pt x="271" y="282"/>
                </a:lnTo>
                <a:lnTo>
                  <a:pt x="254" y="296"/>
                </a:lnTo>
                <a:lnTo>
                  <a:pt x="233" y="304"/>
                </a:lnTo>
                <a:lnTo>
                  <a:pt x="210" y="307"/>
                </a:lnTo>
                <a:lnTo>
                  <a:pt x="199" y="307"/>
                </a:lnTo>
                <a:lnTo>
                  <a:pt x="194" y="306"/>
                </a:lnTo>
                <a:lnTo>
                  <a:pt x="195" y="312"/>
                </a:lnTo>
                <a:lnTo>
                  <a:pt x="196" y="319"/>
                </a:lnTo>
                <a:lnTo>
                  <a:pt x="193" y="335"/>
                </a:lnTo>
                <a:lnTo>
                  <a:pt x="185" y="349"/>
                </a:lnTo>
                <a:lnTo>
                  <a:pt x="171" y="357"/>
                </a:lnTo>
                <a:lnTo>
                  <a:pt x="156" y="360"/>
                </a:lnTo>
                <a:lnTo>
                  <a:pt x="150" y="360"/>
                </a:lnTo>
                <a:lnTo>
                  <a:pt x="146" y="359"/>
                </a:lnTo>
                <a:lnTo>
                  <a:pt x="141" y="357"/>
                </a:lnTo>
                <a:lnTo>
                  <a:pt x="120" y="386"/>
                </a:lnTo>
                <a:lnTo>
                  <a:pt x="128" y="493"/>
                </a:lnTo>
                <a:lnTo>
                  <a:pt x="106" y="494"/>
                </a:lnTo>
                <a:lnTo>
                  <a:pt x="106" y="322"/>
                </a:lnTo>
                <a:lnTo>
                  <a:pt x="101" y="335"/>
                </a:lnTo>
                <a:lnTo>
                  <a:pt x="91" y="346"/>
                </a:lnTo>
                <a:lnTo>
                  <a:pt x="79" y="353"/>
                </a:lnTo>
                <a:lnTo>
                  <a:pt x="65" y="356"/>
                </a:lnTo>
                <a:lnTo>
                  <a:pt x="48" y="352"/>
                </a:lnTo>
                <a:lnTo>
                  <a:pt x="34" y="343"/>
                </a:lnTo>
                <a:lnTo>
                  <a:pt x="25" y="329"/>
                </a:lnTo>
                <a:lnTo>
                  <a:pt x="21" y="312"/>
                </a:lnTo>
                <a:lnTo>
                  <a:pt x="21" y="307"/>
                </a:lnTo>
                <a:lnTo>
                  <a:pt x="22" y="304"/>
                </a:lnTo>
                <a:lnTo>
                  <a:pt x="23" y="299"/>
                </a:lnTo>
                <a:lnTo>
                  <a:pt x="11" y="291"/>
                </a:lnTo>
                <a:lnTo>
                  <a:pt x="4" y="280"/>
                </a:lnTo>
                <a:lnTo>
                  <a:pt x="0" y="265"/>
                </a:lnTo>
                <a:lnTo>
                  <a:pt x="3" y="252"/>
                </a:lnTo>
                <a:lnTo>
                  <a:pt x="8" y="241"/>
                </a:lnTo>
                <a:lnTo>
                  <a:pt x="17" y="233"/>
                </a:lnTo>
                <a:lnTo>
                  <a:pt x="28" y="228"/>
                </a:lnTo>
                <a:lnTo>
                  <a:pt x="20" y="214"/>
                </a:lnTo>
                <a:lnTo>
                  <a:pt x="17" y="198"/>
                </a:lnTo>
                <a:lnTo>
                  <a:pt x="20" y="179"/>
                </a:lnTo>
                <a:lnTo>
                  <a:pt x="29" y="165"/>
                </a:lnTo>
                <a:lnTo>
                  <a:pt x="43" y="154"/>
                </a:lnTo>
                <a:lnTo>
                  <a:pt x="60" y="149"/>
                </a:lnTo>
                <a:lnTo>
                  <a:pt x="59" y="149"/>
                </a:lnTo>
                <a:lnTo>
                  <a:pt x="63" y="134"/>
                </a:lnTo>
                <a:lnTo>
                  <a:pt x="70" y="123"/>
                </a:lnTo>
                <a:lnTo>
                  <a:pt x="61" y="109"/>
                </a:lnTo>
                <a:lnTo>
                  <a:pt x="57" y="94"/>
                </a:lnTo>
                <a:lnTo>
                  <a:pt x="55" y="78"/>
                </a:lnTo>
                <a:lnTo>
                  <a:pt x="57" y="57"/>
                </a:lnTo>
                <a:lnTo>
                  <a:pt x="65" y="38"/>
                </a:lnTo>
                <a:lnTo>
                  <a:pt x="78" y="24"/>
                </a:lnTo>
                <a:lnTo>
                  <a:pt x="93" y="11"/>
                </a:lnTo>
                <a:lnTo>
                  <a:pt x="111" y="3"/>
                </a:lnTo>
                <a:lnTo>
                  <a:pt x="132"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557" name="Google Shape;557;p1"/>
          <p:cNvGrpSpPr/>
          <p:nvPr/>
        </p:nvGrpSpPr>
        <p:grpSpPr>
          <a:xfrm>
            <a:off x="1177270" y="2362200"/>
            <a:ext cx="584523" cy="2190185"/>
            <a:chOff x="9066212" y="3962400"/>
            <a:chExt cx="584523" cy="2190185"/>
          </a:xfrm>
        </p:grpSpPr>
        <p:sp>
          <p:nvSpPr>
            <p:cNvPr id="558" name="Google Shape;558;p1"/>
            <p:cNvSpPr/>
            <p:nvPr/>
          </p:nvSpPr>
          <p:spPr>
            <a:xfrm>
              <a:off x="9198735" y="3962400"/>
              <a:ext cx="319476" cy="889799"/>
            </a:xfrm>
            <a:custGeom>
              <a:rect b="b" l="l" r="r" t="t"/>
              <a:pathLst>
                <a:path extrusionOk="0" h="752" w="270">
                  <a:moveTo>
                    <a:pt x="134" y="0"/>
                  </a:moveTo>
                  <a:lnTo>
                    <a:pt x="241" y="136"/>
                  </a:lnTo>
                  <a:lnTo>
                    <a:pt x="270" y="136"/>
                  </a:lnTo>
                  <a:lnTo>
                    <a:pt x="270" y="752"/>
                  </a:lnTo>
                  <a:lnTo>
                    <a:pt x="0" y="752"/>
                  </a:lnTo>
                  <a:lnTo>
                    <a:pt x="0" y="136"/>
                  </a:lnTo>
                  <a:lnTo>
                    <a:pt x="28" y="136"/>
                  </a:lnTo>
                  <a:lnTo>
                    <a:pt x="134"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59" name="Google Shape;559;p1"/>
            <p:cNvSpPr/>
            <p:nvPr/>
          </p:nvSpPr>
          <p:spPr>
            <a:xfrm>
              <a:off x="9327710" y="4161185"/>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0" name="Google Shape;560;p1"/>
            <p:cNvSpPr/>
            <p:nvPr/>
          </p:nvSpPr>
          <p:spPr>
            <a:xfrm>
              <a:off x="9414086" y="4161185"/>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1" name="Google Shape;561;p1"/>
            <p:cNvSpPr/>
            <p:nvPr/>
          </p:nvSpPr>
          <p:spPr>
            <a:xfrm>
              <a:off x="9238966" y="416118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2" name="Google Shape;562;p1"/>
            <p:cNvSpPr/>
            <p:nvPr/>
          </p:nvSpPr>
          <p:spPr>
            <a:xfrm>
              <a:off x="9327710" y="4274776"/>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3" name="Google Shape;563;p1"/>
            <p:cNvSpPr/>
            <p:nvPr/>
          </p:nvSpPr>
          <p:spPr>
            <a:xfrm>
              <a:off x="9414086" y="4274776"/>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4" name="Google Shape;564;p1"/>
            <p:cNvSpPr/>
            <p:nvPr/>
          </p:nvSpPr>
          <p:spPr>
            <a:xfrm>
              <a:off x="9238966" y="4274776"/>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5" name="Google Shape;565;p1"/>
            <p:cNvSpPr/>
            <p:nvPr/>
          </p:nvSpPr>
          <p:spPr>
            <a:xfrm>
              <a:off x="9327710" y="4388368"/>
              <a:ext cx="62712" cy="8637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6" name="Google Shape;566;p1"/>
            <p:cNvSpPr/>
            <p:nvPr/>
          </p:nvSpPr>
          <p:spPr>
            <a:xfrm>
              <a:off x="9414086" y="4388368"/>
              <a:ext cx="65079" cy="8637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7" name="Google Shape;567;p1"/>
            <p:cNvSpPr/>
            <p:nvPr/>
          </p:nvSpPr>
          <p:spPr>
            <a:xfrm>
              <a:off x="9238966" y="4388368"/>
              <a:ext cx="63895" cy="8637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8" name="Google Shape;568;p1"/>
            <p:cNvSpPr/>
            <p:nvPr/>
          </p:nvSpPr>
          <p:spPr>
            <a:xfrm>
              <a:off x="9327710" y="4500776"/>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9" name="Google Shape;569;p1"/>
            <p:cNvSpPr/>
            <p:nvPr/>
          </p:nvSpPr>
          <p:spPr>
            <a:xfrm>
              <a:off x="9414086" y="4500776"/>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0" name="Google Shape;570;p1"/>
            <p:cNvSpPr/>
            <p:nvPr/>
          </p:nvSpPr>
          <p:spPr>
            <a:xfrm>
              <a:off x="9238966" y="4500776"/>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1" name="Google Shape;571;p1"/>
            <p:cNvSpPr/>
            <p:nvPr/>
          </p:nvSpPr>
          <p:spPr>
            <a:xfrm>
              <a:off x="9327710" y="4614367"/>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2" name="Google Shape;572;p1"/>
            <p:cNvSpPr/>
            <p:nvPr/>
          </p:nvSpPr>
          <p:spPr>
            <a:xfrm>
              <a:off x="9414086" y="4614367"/>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3" name="Google Shape;573;p1"/>
            <p:cNvSpPr/>
            <p:nvPr/>
          </p:nvSpPr>
          <p:spPr>
            <a:xfrm>
              <a:off x="9238966" y="4614367"/>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4" name="Google Shape;574;p1"/>
            <p:cNvSpPr/>
            <p:nvPr/>
          </p:nvSpPr>
          <p:spPr>
            <a:xfrm>
              <a:off x="9066212" y="4740975"/>
              <a:ext cx="584523" cy="141161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5" name="Google Shape;575;p1"/>
            <p:cNvSpPr/>
            <p:nvPr/>
          </p:nvSpPr>
          <p:spPr>
            <a:xfrm>
              <a:off x="9191636" y="478238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6" name="Google Shape;576;p1"/>
            <p:cNvSpPr/>
            <p:nvPr/>
          </p:nvSpPr>
          <p:spPr>
            <a:xfrm>
              <a:off x="9279196" y="4782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7" name="Google Shape;577;p1"/>
            <p:cNvSpPr/>
            <p:nvPr/>
          </p:nvSpPr>
          <p:spPr>
            <a:xfrm>
              <a:off x="9104076" y="4782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8" name="Google Shape;578;p1"/>
            <p:cNvSpPr/>
            <p:nvPr/>
          </p:nvSpPr>
          <p:spPr>
            <a:xfrm>
              <a:off x="9191636" y="489597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9" name="Google Shape;579;p1"/>
            <p:cNvSpPr/>
            <p:nvPr/>
          </p:nvSpPr>
          <p:spPr>
            <a:xfrm>
              <a:off x="9279196" y="4895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0" name="Google Shape;580;p1"/>
            <p:cNvSpPr/>
            <p:nvPr/>
          </p:nvSpPr>
          <p:spPr>
            <a:xfrm>
              <a:off x="9104076" y="4895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1" name="Google Shape;581;p1"/>
            <p:cNvSpPr/>
            <p:nvPr/>
          </p:nvSpPr>
          <p:spPr>
            <a:xfrm>
              <a:off x="9191636" y="500838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2" name="Google Shape;582;p1"/>
            <p:cNvSpPr/>
            <p:nvPr/>
          </p:nvSpPr>
          <p:spPr>
            <a:xfrm>
              <a:off x="9279196" y="5008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3" name="Google Shape;583;p1"/>
            <p:cNvSpPr/>
            <p:nvPr/>
          </p:nvSpPr>
          <p:spPr>
            <a:xfrm>
              <a:off x="9104076" y="5008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4" name="Google Shape;584;p1"/>
            <p:cNvSpPr/>
            <p:nvPr/>
          </p:nvSpPr>
          <p:spPr>
            <a:xfrm>
              <a:off x="9191636" y="512197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5" name="Google Shape;585;p1"/>
            <p:cNvSpPr/>
            <p:nvPr/>
          </p:nvSpPr>
          <p:spPr>
            <a:xfrm>
              <a:off x="9279196" y="5121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6" name="Google Shape;586;p1"/>
            <p:cNvSpPr/>
            <p:nvPr/>
          </p:nvSpPr>
          <p:spPr>
            <a:xfrm>
              <a:off x="9104076" y="5121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7" name="Google Shape;587;p1"/>
            <p:cNvSpPr/>
            <p:nvPr/>
          </p:nvSpPr>
          <p:spPr>
            <a:xfrm>
              <a:off x="9191636" y="523557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8" name="Google Shape;588;p1"/>
            <p:cNvSpPr/>
            <p:nvPr/>
          </p:nvSpPr>
          <p:spPr>
            <a:xfrm>
              <a:off x="9279196" y="523557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9" name="Google Shape;589;p1"/>
            <p:cNvSpPr/>
            <p:nvPr/>
          </p:nvSpPr>
          <p:spPr>
            <a:xfrm>
              <a:off x="9104076" y="523557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0" name="Google Shape;590;p1"/>
            <p:cNvSpPr/>
            <p:nvPr/>
          </p:nvSpPr>
          <p:spPr>
            <a:xfrm>
              <a:off x="9453133" y="4782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1" name="Google Shape;591;p1"/>
            <p:cNvSpPr/>
            <p:nvPr/>
          </p:nvSpPr>
          <p:spPr>
            <a:xfrm>
              <a:off x="9539510" y="478238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2" name="Google Shape;592;p1"/>
            <p:cNvSpPr/>
            <p:nvPr/>
          </p:nvSpPr>
          <p:spPr>
            <a:xfrm>
              <a:off x="9364390" y="4782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3" name="Google Shape;593;p1"/>
            <p:cNvSpPr/>
            <p:nvPr/>
          </p:nvSpPr>
          <p:spPr>
            <a:xfrm>
              <a:off x="9453133" y="4895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4" name="Google Shape;594;p1"/>
            <p:cNvSpPr/>
            <p:nvPr/>
          </p:nvSpPr>
          <p:spPr>
            <a:xfrm>
              <a:off x="9539510" y="489597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5" name="Google Shape;595;p1"/>
            <p:cNvSpPr/>
            <p:nvPr/>
          </p:nvSpPr>
          <p:spPr>
            <a:xfrm>
              <a:off x="9364390" y="4895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6" name="Google Shape;596;p1"/>
            <p:cNvSpPr/>
            <p:nvPr/>
          </p:nvSpPr>
          <p:spPr>
            <a:xfrm>
              <a:off x="9453133" y="5008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7" name="Google Shape;597;p1"/>
            <p:cNvSpPr/>
            <p:nvPr/>
          </p:nvSpPr>
          <p:spPr>
            <a:xfrm>
              <a:off x="9539510" y="500838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8" name="Google Shape;598;p1"/>
            <p:cNvSpPr/>
            <p:nvPr/>
          </p:nvSpPr>
          <p:spPr>
            <a:xfrm>
              <a:off x="9364390" y="5008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9" name="Google Shape;599;p1"/>
            <p:cNvSpPr/>
            <p:nvPr/>
          </p:nvSpPr>
          <p:spPr>
            <a:xfrm>
              <a:off x="9453133" y="5121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0" name="Google Shape;600;p1"/>
            <p:cNvSpPr/>
            <p:nvPr/>
          </p:nvSpPr>
          <p:spPr>
            <a:xfrm>
              <a:off x="9539510" y="512197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1" name="Google Shape;601;p1"/>
            <p:cNvSpPr/>
            <p:nvPr/>
          </p:nvSpPr>
          <p:spPr>
            <a:xfrm>
              <a:off x="9364390" y="5121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2" name="Google Shape;602;p1"/>
            <p:cNvSpPr/>
            <p:nvPr/>
          </p:nvSpPr>
          <p:spPr>
            <a:xfrm>
              <a:off x="9453133" y="523557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3" name="Google Shape;603;p1"/>
            <p:cNvSpPr/>
            <p:nvPr/>
          </p:nvSpPr>
          <p:spPr>
            <a:xfrm>
              <a:off x="9539510" y="523557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4" name="Google Shape;604;p1"/>
            <p:cNvSpPr/>
            <p:nvPr/>
          </p:nvSpPr>
          <p:spPr>
            <a:xfrm>
              <a:off x="9364390" y="523557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5" name="Google Shape;605;p1"/>
            <p:cNvSpPr/>
            <p:nvPr/>
          </p:nvSpPr>
          <p:spPr>
            <a:xfrm>
              <a:off x="9191636" y="535271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6" name="Google Shape;606;p1"/>
            <p:cNvSpPr/>
            <p:nvPr/>
          </p:nvSpPr>
          <p:spPr>
            <a:xfrm>
              <a:off x="9279196" y="5352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7" name="Google Shape;607;p1"/>
            <p:cNvSpPr/>
            <p:nvPr/>
          </p:nvSpPr>
          <p:spPr>
            <a:xfrm>
              <a:off x="9104076" y="5352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8" name="Google Shape;608;p1"/>
            <p:cNvSpPr/>
            <p:nvPr/>
          </p:nvSpPr>
          <p:spPr>
            <a:xfrm>
              <a:off x="9191636" y="5466303"/>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9" name="Google Shape;609;p1"/>
            <p:cNvSpPr/>
            <p:nvPr/>
          </p:nvSpPr>
          <p:spPr>
            <a:xfrm>
              <a:off x="9279196" y="5466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0" name="Google Shape;610;p1"/>
            <p:cNvSpPr/>
            <p:nvPr/>
          </p:nvSpPr>
          <p:spPr>
            <a:xfrm>
              <a:off x="9104076" y="5466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1" name="Google Shape;611;p1"/>
            <p:cNvSpPr/>
            <p:nvPr/>
          </p:nvSpPr>
          <p:spPr>
            <a:xfrm>
              <a:off x="9191636" y="557871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2" name="Google Shape;612;p1"/>
            <p:cNvSpPr/>
            <p:nvPr/>
          </p:nvSpPr>
          <p:spPr>
            <a:xfrm>
              <a:off x="9279196" y="5578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3" name="Google Shape;613;p1"/>
            <p:cNvSpPr/>
            <p:nvPr/>
          </p:nvSpPr>
          <p:spPr>
            <a:xfrm>
              <a:off x="9104076" y="5578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4" name="Google Shape;614;p1"/>
            <p:cNvSpPr/>
            <p:nvPr/>
          </p:nvSpPr>
          <p:spPr>
            <a:xfrm>
              <a:off x="9191636" y="5692303"/>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5" name="Google Shape;615;p1"/>
            <p:cNvSpPr/>
            <p:nvPr/>
          </p:nvSpPr>
          <p:spPr>
            <a:xfrm>
              <a:off x="9279196" y="5692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6" name="Google Shape;616;p1"/>
            <p:cNvSpPr/>
            <p:nvPr/>
          </p:nvSpPr>
          <p:spPr>
            <a:xfrm>
              <a:off x="9104076" y="5692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7" name="Google Shape;617;p1"/>
            <p:cNvSpPr/>
            <p:nvPr/>
          </p:nvSpPr>
          <p:spPr>
            <a:xfrm>
              <a:off x="9191636" y="5805894"/>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8" name="Google Shape;618;p1"/>
            <p:cNvSpPr/>
            <p:nvPr/>
          </p:nvSpPr>
          <p:spPr>
            <a:xfrm>
              <a:off x="9279196" y="580589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9" name="Google Shape;619;p1"/>
            <p:cNvSpPr/>
            <p:nvPr/>
          </p:nvSpPr>
          <p:spPr>
            <a:xfrm>
              <a:off x="9104076" y="580589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0" name="Google Shape;620;p1"/>
            <p:cNvSpPr/>
            <p:nvPr/>
          </p:nvSpPr>
          <p:spPr>
            <a:xfrm>
              <a:off x="9453133" y="5352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1" name="Google Shape;621;p1"/>
            <p:cNvSpPr/>
            <p:nvPr/>
          </p:nvSpPr>
          <p:spPr>
            <a:xfrm>
              <a:off x="9539510" y="535271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2" name="Google Shape;622;p1"/>
            <p:cNvSpPr/>
            <p:nvPr/>
          </p:nvSpPr>
          <p:spPr>
            <a:xfrm>
              <a:off x="9364390" y="5352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3" name="Google Shape;623;p1"/>
            <p:cNvSpPr/>
            <p:nvPr/>
          </p:nvSpPr>
          <p:spPr>
            <a:xfrm>
              <a:off x="9453133" y="5466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4" name="Google Shape;624;p1"/>
            <p:cNvSpPr/>
            <p:nvPr/>
          </p:nvSpPr>
          <p:spPr>
            <a:xfrm>
              <a:off x="9539510" y="5466303"/>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5" name="Google Shape;625;p1"/>
            <p:cNvSpPr/>
            <p:nvPr/>
          </p:nvSpPr>
          <p:spPr>
            <a:xfrm>
              <a:off x="9364390" y="5466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6" name="Google Shape;626;p1"/>
            <p:cNvSpPr/>
            <p:nvPr/>
          </p:nvSpPr>
          <p:spPr>
            <a:xfrm>
              <a:off x="9453133" y="5578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7" name="Google Shape;627;p1"/>
            <p:cNvSpPr/>
            <p:nvPr/>
          </p:nvSpPr>
          <p:spPr>
            <a:xfrm>
              <a:off x="9539510" y="557871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8" name="Google Shape;628;p1"/>
            <p:cNvSpPr/>
            <p:nvPr/>
          </p:nvSpPr>
          <p:spPr>
            <a:xfrm>
              <a:off x="9364390" y="5578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9" name="Google Shape;629;p1"/>
            <p:cNvSpPr/>
            <p:nvPr/>
          </p:nvSpPr>
          <p:spPr>
            <a:xfrm>
              <a:off x="9453133" y="5692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0" name="Google Shape;630;p1"/>
            <p:cNvSpPr/>
            <p:nvPr/>
          </p:nvSpPr>
          <p:spPr>
            <a:xfrm>
              <a:off x="9539510" y="5692303"/>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1" name="Google Shape;631;p1"/>
            <p:cNvSpPr/>
            <p:nvPr/>
          </p:nvSpPr>
          <p:spPr>
            <a:xfrm>
              <a:off x="9364390" y="5692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2" name="Google Shape;632;p1"/>
            <p:cNvSpPr/>
            <p:nvPr/>
          </p:nvSpPr>
          <p:spPr>
            <a:xfrm>
              <a:off x="9453133" y="580589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3" name="Google Shape;633;p1"/>
            <p:cNvSpPr/>
            <p:nvPr/>
          </p:nvSpPr>
          <p:spPr>
            <a:xfrm>
              <a:off x="9539510" y="5805894"/>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4" name="Google Shape;634;p1"/>
            <p:cNvSpPr/>
            <p:nvPr/>
          </p:nvSpPr>
          <p:spPr>
            <a:xfrm>
              <a:off x="9364390" y="580589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5" name="Google Shape;635;p1"/>
            <p:cNvSpPr/>
            <p:nvPr/>
          </p:nvSpPr>
          <p:spPr>
            <a:xfrm>
              <a:off x="9191636" y="592421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6" name="Google Shape;636;p1"/>
            <p:cNvSpPr/>
            <p:nvPr/>
          </p:nvSpPr>
          <p:spPr>
            <a:xfrm>
              <a:off x="9279196" y="592421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7" name="Google Shape;637;p1"/>
            <p:cNvSpPr/>
            <p:nvPr/>
          </p:nvSpPr>
          <p:spPr>
            <a:xfrm>
              <a:off x="9104076" y="592421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8" name="Google Shape;638;p1"/>
            <p:cNvSpPr/>
            <p:nvPr/>
          </p:nvSpPr>
          <p:spPr>
            <a:xfrm>
              <a:off x="9453133" y="592421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9" name="Google Shape;639;p1"/>
            <p:cNvSpPr/>
            <p:nvPr/>
          </p:nvSpPr>
          <p:spPr>
            <a:xfrm>
              <a:off x="9539510" y="592421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40" name="Google Shape;640;p1"/>
            <p:cNvSpPr/>
            <p:nvPr/>
          </p:nvSpPr>
          <p:spPr>
            <a:xfrm>
              <a:off x="9364390" y="592421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641" name="Google Shape;641;p1"/>
          <p:cNvGrpSpPr/>
          <p:nvPr/>
        </p:nvGrpSpPr>
        <p:grpSpPr>
          <a:xfrm>
            <a:off x="2589212" y="2652095"/>
            <a:ext cx="582156" cy="1900290"/>
            <a:chOff x="8228012" y="4114800"/>
            <a:chExt cx="582156" cy="1900290"/>
          </a:xfrm>
        </p:grpSpPr>
        <p:sp>
          <p:nvSpPr>
            <p:cNvPr id="642" name="Google Shape;642;p1"/>
            <p:cNvSpPr/>
            <p:nvPr/>
          </p:nvSpPr>
          <p:spPr>
            <a:xfrm>
              <a:off x="8309656" y="4515920"/>
              <a:ext cx="407036" cy="4413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43" name="Google Shape;643;p1"/>
            <p:cNvSpPr/>
            <p:nvPr/>
          </p:nvSpPr>
          <p:spPr>
            <a:xfrm>
              <a:off x="8437447"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44" name="Google Shape;644;p1"/>
            <p:cNvSpPr/>
            <p:nvPr/>
          </p:nvSpPr>
          <p:spPr>
            <a:xfrm>
              <a:off x="8525007"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45" name="Google Shape;645;p1"/>
            <p:cNvSpPr/>
            <p:nvPr/>
          </p:nvSpPr>
          <p:spPr>
            <a:xfrm>
              <a:off x="8349886" y="454905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46" name="Google Shape;646;p1"/>
            <p:cNvSpPr/>
            <p:nvPr/>
          </p:nvSpPr>
          <p:spPr>
            <a:xfrm>
              <a:off x="8437447"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47" name="Google Shape;647;p1"/>
            <p:cNvSpPr/>
            <p:nvPr/>
          </p:nvSpPr>
          <p:spPr>
            <a:xfrm>
              <a:off x="8525007"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48" name="Google Shape;648;p1"/>
            <p:cNvSpPr/>
            <p:nvPr/>
          </p:nvSpPr>
          <p:spPr>
            <a:xfrm>
              <a:off x="8349886" y="466264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49" name="Google Shape;649;p1"/>
            <p:cNvSpPr/>
            <p:nvPr/>
          </p:nvSpPr>
          <p:spPr>
            <a:xfrm>
              <a:off x="8437447"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0" name="Google Shape;650;p1"/>
            <p:cNvSpPr/>
            <p:nvPr/>
          </p:nvSpPr>
          <p:spPr>
            <a:xfrm>
              <a:off x="8525007"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1" name="Google Shape;651;p1"/>
            <p:cNvSpPr/>
            <p:nvPr/>
          </p:nvSpPr>
          <p:spPr>
            <a:xfrm>
              <a:off x="8606650"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2" name="Google Shape;652;p1"/>
            <p:cNvSpPr/>
            <p:nvPr/>
          </p:nvSpPr>
          <p:spPr>
            <a:xfrm>
              <a:off x="8606650"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3" name="Google Shape;653;p1"/>
            <p:cNvSpPr/>
            <p:nvPr/>
          </p:nvSpPr>
          <p:spPr>
            <a:xfrm>
              <a:off x="8606650"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4" name="Google Shape;654;p1"/>
            <p:cNvSpPr/>
            <p:nvPr/>
          </p:nvSpPr>
          <p:spPr>
            <a:xfrm>
              <a:off x="8349886" y="477623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5" name="Google Shape;655;p1"/>
            <p:cNvSpPr/>
            <p:nvPr/>
          </p:nvSpPr>
          <p:spPr>
            <a:xfrm>
              <a:off x="8259960" y="4887458"/>
              <a:ext cx="507612" cy="46501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6" name="Google Shape;656;p1"/>
            <p:cNvSpPr/>
            <p:nvPr/>
          </p:nvSpPr>
          <p:spPr>
            <a:xfrm>
              <a:off x="8301373"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7" name="Google Shape;657;p1"/>
            <p:cNvSpPr/>
            <p:nvPr/>
          </p:nvSpPr>
          <p:spPr>
            <a:xfrm>
              <a:off x="8388933"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8" name="Google Shape;658;p1"/>
            <p:cNvSpPr/>
            <p:nvPr/>
          </p:nvSpPr>
          <p:spPr>
            <a:xfrm>
              <a:off x="8565237" y="4924139"/>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9" name="Google Shape;659;p1"/>
            <p:cNvSpPr/>
            <p:nvPr/>
          </p:nvSpPr>
          <p:spPr>
            <a:xfrm>
              <a:off x="8652797"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0" name="Google Shape;660;p1"/>
            <p:cNvSpPr/>
            <p:nvPr/>
          </p:nvSpPr>
          <p:spPr>
            <a:xfrm>
              <a:off x="8477677"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1" name="Google Shape;661;p1"/>
            <p:cNvSpPr/>
            <p:nvPr/>
          </p:nvSpPr>
          <p:spPr>
            <a:xfrm>
              <a:off x="8301373"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2" name="Google Shape;662;p1"/>
            <p:cNvSpPr/>
            <p:nvPr/>
          </p:nvSpPr>
          <p:spPr>
            <a:xfrm>
              <a:off x="8388933"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3" name="Google Shape;663;p1"/>
            <p:cNvSpPr/>
            <p:nvPr/>
          </p:nvSpPr>
          <p:spPr>
            <a:xfrm>
              <a:off x="8565237" y="5043647"/>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4" name="Google Shape;664;p1"/>
            <p:cNvSpPr/>
            <p:nvPr/>
          </p:nvSpPr>
          <p:spPr>
            <a:xfrm>
              <a:off x="8652797"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5" name="Google Shape;665;p1"/>
            <p:cNvSpPr/>
            <p:nvPr/>
          </p:nvSpPr>
          <p:spPr>
            <a:xfrm>
              <a:off x="8477677"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6" name="Google Shape;666;p1"/>
            <p:cNvSpPr/>
            <p:nvPr/>
          </p:nvSpPr>
          <p:spPr>
            <a:xfrm>
              <a:off x="8301373"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7" name="Google Shape;667;p1"/>
            <p:cNvSpPr/>
            <p:nvPr/>
          </p:nvSpPr>
          <p:spPr>
            <a:xfrm>
              <a:off x="8388933"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8" name="Google Shape;668;p1"/>
            <p:cNvSpPr/>
            <p:nvPr/>
          </p:nvSpPr>
          <p:spPr>
            <a:xfrm>
              <a:off x="8565237" y="515842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9" name="Google Shape;669;p1"/>
            <p:cNvSpPr/>
            <p:nvPr/>
          </p:nvSpPr>
          <p:spPr>
            <a:xfrm>
              <a:off x="8652797"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0" name="Google Shape;670;p1"/>
            <p:cNvSpPr/>
            <p:nvPr/>
          </p:nvSpPr>
          <p:spPr>
            <a:xfrm>
              <a:off x="8477677"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1" name="Google Shape;671;p1"/>
            <p:cNvSpPr/>
            <p:nvPr/>
          </p:nvSpPr>
          <p:spPr>
            <a:xfrm>
              <a:off x="8228012" y="5292128"/>
              <a:ext cx="582156" cy="722962"/>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2" name="Google Shape;672;p1"/>
            <p:cNvSpPr/>
            <p:nvPr/>
          </p:nvSpPr>
          <p:spPr>
            <a:xfrm>
              <a:off x="8264693" y="5332358"/>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3" name="Google Shape;673;p1"/>
            <p:cNvSpPr/>
            <p:nvPr/>
          </p:nvSpPr>
          <p:spPr>
            <a:xfrm>
              <a:off x="8351069" y="544594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4" name="Google Shape;674;p1"/>
            <p:cNvSpPr/>
            <p:nvPr/>
          </p:nvSpPr>
          <p:spPr>
            <a:xfrm>
              <a:off x="8438629"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5" name="Google Shape;675;p1"/>
            <p:cNvSpPr/>
            <p:nvPr/>
          </p:nvSpPr>
          <p:spPr>
            <a:xfrm>
              <a:off x="8264693"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6" name="Google Shape;676;p1"/>
            <p:cNvSpPr/>
            <p:nvPr/>
          </p:nvSpPr>
          <p:spPr>
            <a:xfrm>
              <a:off x="8351069" y="555954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7" name="Google Shape;677;p1"/>
            <p:cNvSpPr/>
            <p:nvPr/>
          </p:nvSpPr>
          <p:spPr>
            <a:xfrm>
              <a:off x="8438629"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8" name="Google Shape;678;p1"/>
            <p:cNvSpPr/>
            <p:nvPr/>
          </p:nvSpPr>
          <p:spPr>
            <a:xfrm>
              <a:off x="8264693"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9" name="Google Shape;679;p1"/>
            <p:cNvSpPr/>
            <p:nvPr/>
          </p:nvSpPr>
          <p:spPr>
            <a:xfrm>
              <a:off x="8351069" y="567194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0" name="Google Shape;680;p1"/>
            <p:cNvSpPr/>
            <p:nvPr/>
          </p:nvSpPr>
          <p:spPr>
            <a:xfrm>
              <a:off x="8438629"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1" name="Google Shape;681;p1"/>
            <p:cNvSpPr/>
            <p:nvPr/>
          </p:nvSpPr>
          <p:spPr>
            <a:xfrm>
              <a:off x="8264693"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2" name="Google Shape;682;p1"/>
            <p:cNvSpPr/>
            <p:nvPr/>
          </p:nvSpPr>
          <p:spPr>
            <a:xfrm>
              <a:off x="8351069" y="5785540"/>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3" name="Google Shape;683;p1"/>
            <p:cNvSpPr/>
            <p:nvPr/>
          </p:nvSpPr>
          <p:spPr>
            <a:xfrm>
              <a:off x="8438629"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4" name="Google Shape;684;p1"/>
            <p:cNvSpPr/>
            <p:nvPr/>
          </p:nvSpPr>
          <p:spPr>
            <a:xfrm>
              <a:off x="8264693"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5" name="Google Shape;685;p1"/>
            <p:cNvSpPr/>
            <p:nvPr/>
          </p:nvSpPr>
          <p:spPr>
            <a:xfrm>
              <a:off x="8698943" y="5332358"/>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6" name="Google Shape;686;p1"/>
            <p:cNvSpPr/>
            <p:nvPr/>
          </p:nvSpPr>
          <p:spPr>
            <a:xfrm>
              <a:off x="8612567"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7" name="Google Shape;687;p1"/>
            <p:cNvSpPr/>
            <p:nvPr/>
          </p:nvSpPr>
          <p:spPr>
            <a:xfrm>
              <a:off x="8698943" y="544594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8" name="Google Shape;688;p1"/>
            <p:cNvSpPr/>
            <p:nvPr/>
          </p:nvSpPr>
          <p:spPr>
            <a:xfrm>
              <a:off x="8525007" y="5445949"/>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9" name="Google Shape;689;p1"/>
            <p:cNvSpPr/>
            <p:nvPr/>
          </p:nvSpPr>
          <p:spPr>
            <a:xfrm>
              <a:off x="8351069" y="5334725"/>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0" name="Google Shape;690;p1"/>
            <p:cNvSpPr/>
            <p:nvPr/>
          </p:nvSpPr>
          <p:spPr>
            <a:xfrm>
              <a:off x="8438629" y="533472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1" name="Google Shape;691;p1"/>
            <p:cNvSpPr/>
            <p:nvPr/>
          </p:nvSpPr>
          <p:spPr>
            <a:xfrm>
              <a:off x="8612567" y="533472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2" name="Google Shape;692;p1"/>
            <p:cNvSpPr/>
            <p:nvPr/>
          </p:nvSpPr>
          <p:spPr>
            <a:xfrm>
              <a:off x="8525007" y="5334725"/>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3" name="Google Shape;693;p1"/>
            <p:cNvSpPr/>
            <p:nvPr/>
          </p:nvSpPr>
          <p:spPr>
            <a:xfrm>
              <a:off x="8612567"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4" name="Google Shape;694;p1"/>
            <p:cNvSpPr/>
            <p:nvPr/>
          </p:nvSpPr>
          <p:spPr>
            <a:xfrm>
              <a:off x="8698943" y="555954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5" name="Google Shape;695;p1"/>
            <p:cNvSpPr/>
            <p:nvPr/>
          </p:nvSpPr>
          <p:spPr>
            <a:xfrm>
              <a:off x="8525007" y="555954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6" name="Google Shape;696;p1"/>
            <p:cNvSpPr/>
            <p:nvPr/>
          </p:nvSpPr>
          <p:spPr>
            <a:xfrm>
              <a:off x="8612567"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7" name="Google Shape;697;p1"/>
            <p:cNvSpPr/>
            <p:nvPr/>
          </p:nvSpPr>
          <p:spPr>
            <a:xfrm>
              <a:off x="8698943" y="567194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8" name="Google Shape;698;p1"/>
            <p:cNvSpPr/>
            <p:nvPr/>
          </p:nvSpPr>
          <p:spPr>
            <a:xfrm>
              <a:off x="8525007" y="5671949"/>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9" name="Google Shape;699;p1"/>
            <p:cNvSpPr/>
            <p:nvPr/>
          </p:nvSpPr>
          <p:spPr>
            <a:xfrm>
              <a:off x="8612567"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0" name="Google Shape;700;p1"/>
            <p:cNvSpPr/>
            <p:nvPr/>
          </p:nvSpPr>
          <p:spPr>
            <a:xfrm>
              <a:off x="8698943" y="5785540"/>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1" name="Google Shape;701;p1"/>
            <p:cNvSpPr/>
            <p:nvPr/>
          </p:nvSpPr>
          <p:spPr>
            <a:xfrm>
              <a:off x="8525007" y="5785540"/>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2" name="Google Shape;702;p1"/>
            <p:cNvSpPr/>
            <p:nvPr/>
          </p:nvSpPr>
          <p:spPr>
            <a:xfrm>
              <a:off x="8371185" y="4114800"/>
              <a:ext cx="285162" cy="405853"/>
            </a:xfrm>
            <a:custGeom>
              <a:rect b="b" l="l" r="r" t="t"/>
              <a:pathLst>
                <a:path extrusionOk="0" h="343" w="241">
                  <a:moveTo>
                    <a:pt x="126" y="0"/>
                  </a:moveTo>
                  <a:lnTo>
                    <a:pt x="212" y="115"/>
                  </a:lnTo>
                  <a:lnTo>
                    <a:pt x="241" y="115"/>
                  </a:lnTo>
                  <a:lnTo>
                    <a:pt x="241" y="343"/>
                  </a:lnTo>
                  <a:lnTo>
                    <a:pt x="0" y="343"/>
                  </a:lnTo>
                  <a:lnTo>
                    <a:pt x="0" y="115"/>
                  </a:lnTo>
                  <a:lnTo>
                    <a:pt x="27" y="115"/>
                  </a:lnTo>
                  <a:lnTo>
                    <a:pt x="12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3" name="Google Shape;703;p1"/>
            <p:cNvSpPr/>
            <p:nvPr/>
          </p:nvSpPr>
          <p:spPr>
            <a:xfrm>
              <a:off x="8417331" y="4317135"/>
              <a:ext cx="88744" cy="14435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4" name="Google Shape;704;p1"/>
            <p:cNvSpPr/>
            <p:nvPr/>
          </p:nvSpPr>
          <p:spPr>
            <a:xfrm>
              <a:off x="8522640" y="4317135"/>
              <a:ext cx="88744" cy="14435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705" name="Google Shape;705;p1"/>
          <p:cNvGrpSpPr/>
          <p:nvPr/>
        </p:nvGrpSpPr>
        <p:grpSpPr>
          <a:xfrm>
            <a:off x="1751012" y="1771972"/>
            <a:ext cx="914400" cy="2780413"/>
            <a:chOff x="1141412" y="3657600"/>
            <a:chExt cx="610554" cy="1856510"/>
          </a:xfrm>
        </p:grpSpPr>
        <p:sp>
          <p:nvSpPr>
            <p:cNvPr id="706" name="Google Shape;706;p1"/>
            <p:cNvSpPr/>
            <p:nvPr/>
          </p:nvSpPr>
          <p:spPr>
            <a:xfrm>
              <a:off x="1624176" y="4707137"/>
              <a:ext cx="127790" cy="806972"/>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7" name="Google Shape;707;p1"/>
            <p:cNvSpPr/>
            <p:nvPr/>
          </p:nvSpPr>
          <p:spPr>
            <a:xfrm>
              <a:off x="1141412" y="4133264"/>
              <a:ext cx="208251" cy="138084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8" name="Google Shape;708;p1"/>
            <p:cNvSpPr/>
            <p:nvPr/>
          </p:nvSpPr>
          <p:spPr>
            <a:xfrm>
              <a:off x="1334280" y="3657600"/>
              <a:ext cx="318293" cy="185651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9" name="Google Shape;709;p1"/>
            <p:cNvSpPr/>
            <p:nvPr/>
          </p:nvSpPr>
          <p:spPr>
            <a:xfrm>
              <a:off x="1373328" y="3696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0" name="Google Shape;710;p1"/>
            <p:cNvSpPr/>
            <p:nvPr/>
          </p:nvSpPr>
          <p:spPr>
            <a:xfrm>
              <a:off x="1462071" y="3696647"/>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1" name="Google Shape;711;p1"/>
            <p:cNvSpPr/>
            <p:nvPr/>
          </p:nvSpPr>
          <p:spPr>
            <a:xfrm>
              <a:off x="1548448" y="3696647"/>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2" name="Google Shape;712;p1"/>
            <p:cNvSpPr/>
            <p:nvPr/>
          </p:nvSpPr>
          <p:spPr>
            <a:xfrm>
              <a:off x="1373328" y="381733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3" name="Google Shape;713;p1"/>
            <p:cNvSpPr/>
            <p:nvPr/>
          </p:nvSpPr>
          <p:spPr>
            <a:xfrm>
              <a:off x="1462071" y="381733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4" name="Google Shape;714;p1"/>
            <p:cNvSpPr/>
            <p:nvPr/>
          </p:nvSpPr>
          <p:spPr>
            <a:xfrm>
              <a:off x="1548448" y="381733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5" name="Google Shape;715;p1"/>
            <p:cNvSpPr/>
            <p:nvPr/>
          </p:nvSpPr>
          <p:spPr>
            <a:xfrm>
              <a:off x="1373328" y="393684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6" name="Google Shape;716;p1"/>
            <p:cNvSpPr/>
            <p:nvPr/>
          </p:nvSpPr>
          <p:spPr>
            <a:xfrm>
              <a:off x="1462071" y="3936846"/>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7" name="Google Shape;717;p1"/>
            <p:cNvSpPr/>
            <p:nvPr/>
          </p:nvSpPr>
          <p:spPr>
            <a:xfrm>
              <a:off x="1548448" y="3936846"/>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8" name="Google Shape;718;p1"/>
            <p:cNvSpPr/>
            <p:nvPr/>
          </p:nvSpPr>
          <p:spPr>
            <a:xfrm>
              <a:off x="1373328" y="4057536"/>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9" name="Google Shape;719;p1"/>
            <p:cNvSpPr/>
            <p:nvPr/>
          </p:nvSpPr>
          <p:spPr>
            <a:xfrm>
              <a:off x="1462071" y="4057536"/>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0" name="Google Shape;720;p1"/>
            <p:cNvSpPr/>
            <p:nvPr/>
          </p:nvSpPr>
          <p:spPr>
            <a:xfrm>
              <a:off x="1548448" y="4057536"/>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1" name="Google Shape;721;p1"/>
            <p:cNvSpPr/>
            <p:nvPr/>
          </p:nvSpPr>
          <p:spPr>
            <a:xfrm>
              <a:off x="1373328" y="417112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2" name="Google Shape;722;p1"/>
            <p:cNvSpPr/>
            <p:nvPr/>
          </p:nvSpPr>
          <p:spPr>
            <a:xfrm>
              <a:off x="1462071" y="417112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3" name="Google Shape;723;p1"/>
            <p:cNvSpPr/>
            <p:nvPr/>
          </p:nvSpPr>
          <p:spPr>
            <a:xfrm>
              <a:off x="1548448" y="417112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4" name="Google Shape;724;p1"/>
            <p:cNvSpPr/>
            <p:nvPr/>
          </p:nvSpPr>
          <p:spPr>
            <a:xfrm>
              <a:off x="1373328" y="429300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5" name="Google Shape;725;p1"/>
            <p:cNvSpPr/>
            <p:nvPr/>
          </p:nvSpPr>
          <p:spPr>
            <a:xfrm>
              <a:off x="1462071" y="429300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6" name="Google Shape;726;p1"/>
            <p:cNvSpPr/>
            <p:nvPr/>
          </p:nvSpPr>
          <p:spPr>
            <a:xfrm>
              <a:off x="1548448" y="4293002"/>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7" name="Google Shape;727;p1"/>
            <p:cNvSpPr/>
            <p:nvPr/>
          </p:nvSpPr>
          <p:spPr>
            <a:xfrm>
              <a:off x="1373328" y="4411326"/>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8" name="Google Shape;728;p1"/>
            <p:cNvSpPr/>
            <p:nvPr/>
          </p:nvSpPr>
          <p:spPr>
            <a:xfrm>
              <a:off x="1462071" y="4411326"/>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9" name="Google Shape;729;p1"/>
            <p:cNvSpPr/>
            <p:nvPr/>
          </p:nvSpPr>
          <p:spPr>
            <a:xfrm>
              <a:off x="1548448" y="4411326"/>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0" name="Google Shape;730;p1"/>
            <p:cNvSpPr/>
            <p:nvPr/>
          </p:nvSpPr>
          <p:spPr>
            <a:xfrm>
              <a:off x="1373328" y="45308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1" name="Google Shape;731;p1"/>
            <p:cNvSpPr/>
            <p:nvPr/>
          </p:nvSpPr>
          <p:spPr>
            <a:xfrm>
              <a:off x="1462071" y="453083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2" name="Google Shape;732;p1"/>
            <p:cNvSpPr/>
            <p:nvPr/>
          </p:nvSpPr>
          <p:spPr>
            <a:xfrm>
              <a:off x="1548448" y="4530834"/>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3" name="Google Shape;733;p1"/>
            <p:cNvSpPr/>
            <p:nvPr/>
          </p:nvSpPr>
          <p:spPr>
            <a:xfrm>
              <a:off x="1181642" y="417112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4" name="Google Shape;734;p1"/>
            <p:cNvSpPr/>
            <p:nvPr/>
          </p:nvSpPr>
          <p:spPr>
            <a:xfrm>
              <a:off x="1269202" y="417112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5" name="Google Shape;735;p1"/>
            <p:cNvSpPr/>
            <p:nvPr/>
          </p:nvSpPr>
          <p:spPr>
            <a:xfrm>
              <a:off x="1181642" y="429300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6" name="Google Shape;736;p1"/>
            <p:cNvSpPr/>
            <p:nvPr/>
          </p:nvSpPr>
          <p:spPr>
            <a:xfrm>
              <a:off x="1269202" y="429300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7" name="Google Shape;737;p1"/>
            <p:cNvSpPr/>
            <p:nvPr/>
          </p:nvSpPr>
          <p:spPr>
            <a:xfrm>
              <a:off x="1181642" y="4410143"/>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8" name="Google Shape;738;p1"/>
            <p:cNvSpPr/>
            <p:nvPr/>
          </p:nvSpPr>
          <p:spPr>
            <a:xfrm>
              <a:off x="1269202" y="441014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9" name="Google Shape;739;p1"/>
            <p:cNvSpPr/>
            <p:nvPr/>
          </p:nvSpPr>
          <p:spPr>
            <a:xfrm>
              <a:off x="1181642" y="453083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0" name="Google Shape;740;p1"/>
            <p:cNvSpPr/>
            <p:nvPr/>
          </p:nvSpPr>
          <p:spPr>
            <a:xfrm>
              <a:off x="1269202" y="45308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1" name="Google Shape;741;p1"/>
            <p:cNvSpPr/>
            <p:nvPr/>
          </p:nvSpPr>
          <p:spPr>
            <a:xfrm>
              <a:off x="1181642" y="464560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2" name="Google Shape;742;p1"/>
            <p:cNvSpPr/>
            <p:nvPr/>
          </p:nvSpPr>
          <p:spPr>
            <a:xfrm>
              <a:off x="1269202" y="464560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3" name="Google Shape;743;p1"/>
            <p:cNvSpPr/>
            <p:nvPr/>
          </p:nvSpPr>
          <p:spPr>
            <a:xfrm>
              <a:off x="1181642" y="4767483"/>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4" name="Google Shape;744;p1"/>
            <p:cNvSpPr/>
            <p:nvPr/>
          </p:nvSpPr>
          <p:spPr>
            <a:xfrm>
              <a:off x="1269202" y="476748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5" name="Google Shape;745;p1"/>
            <p:cNvSpPr/>
            <p:nvPr/>
          </p:nvSpPr>
          <p:spPr>
            <a:xfrm>
              <a:off x="1181642" y="488462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6" name="Google Shape;746;p1"/>
            <p:cNvSpPr/>
            <p:nvPr/>
          </p:nvSpPr>
          <p:spPr>
            <a:xfrm>
              <a:off x="1269202" y="48846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7" name="Google Shape;747;p1"/>
            <p:cNvSpPr/>
            <p:nvPr/>
          </p:nvSpPr>
          <p:spPr>
            <a:xfrm>
              <a:off x="1645473" y="4774582"/>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8" name="Google Shape;748;p1"/>
            <p:cNvSpPr/>
            <p:nvPr/>
          </p:nvSpPr>
          <p:spPr>
            <a:xfrm>
              <a:off x="1645473" y="489172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9" name="Google Shape;749;p1"/>
            <p:cNvSpPr/>
            <p:nvPr/>
          </p:nvSpPr>
          <p:spPr>
            <a:xfrm>
              <a:off x="1645473" y="50100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0" name="Google Shape;750;p1"/>
            <p:cNvSpPr/>
            <p:nvPr/>
          </p:nvSpPr>
          <p:spPr>
            <a:xfrm>
              <a:off x="1645473" y="512955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1" name="Google Shape;751;p1"/>
            <p:cNvSpPr/>
            <p:nvPr/>
          </p:nvSpPr>
          <p:spPr>
            <a:xfrm>
              <a:off x="1645473" y="524788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2" name="Google Shape;752;p1"/>
            <p:cNvSpPr/>
            <p:nvPr/>
          </p:nvSpPr>
          <p:spPr>
            <a:xfrm>
              <a:off x="1645473" y="53650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3" name="Google Shape;753;p1"/>
            <p:cNvSpPr/>
            <p:nvPr/>
          </p:nvSpPr>
          <p:spPr>
            <a:xfrm>
              <a:off x="1181642" y="500649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4" name="Google Shape;754;p1"/>
            <p:cNvSpPr/>
            <p:nvPr/>
          </p:nvSpPr>
          <p:spPr>
            <a:xfrm>
              <a:off x="1269202" y="500649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5" name="Google Shape;755;p1"/>
            <p:cNvSpPr/>
            <p:nvPr/>
          </p:nvSpPr>
          <p:spPr>
            <a:xfrm>
              <a:off x="1181642" y="5123639"/>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6" name="Google Shape;756;p1"/>
            <p:cNvSpPr/>
            <p:nvPr/>
          </p:nvSpPr>
          <p:spPr>
            <a:xfrm>
              <a:off x="1269202" y="51236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7" name="Google Shape;757;p1"/>
            <p:cNvSpPr/>
            <p:nvPr/>
          </p:nvSpPr>
          <p:spPr>
            <a:xfrm>
              <a:off x="1181642" y="5241963"/>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8" name="Google Shape;758;p1"/>
            <p:cNvSpPr/>
            <p:nvPr/>
          </p:nvSpPr>
          <p:spPr>
            <a:xfrm>
              <a:off x="1269202" y="5241963"/>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9" name="Google Shape;759;p1"/>
            <p:cNvSpPr/>
            <p:nvPr/>
          </p:nvSpPr>
          <p:spPr>
            <a:xfrm>
              <a:off x="1181642" y="5363838"/>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0" name="Google Shape;760;p1"/>
            <p:cNvSpPr/>
            <p:nvPr/>
          </p:nvSpPr>
          <p:spPr>
            <a:xfrm>
              <a:off x="1269202" y="5363838"/>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1" name="Google Shape;761;p1"/>
            <p:cNvSpPr/>
            <p:nvPr/>
          </p:nvSpPr>
          <p:spPr>
            <a:xfrm>
              <a:off x="1373327" y="46503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2" name="Google Shape;762;p1"/>
            <p:cNvSpPr/>
            <p:nvPr/>
          </p:nvSpPr>
          <p:spPr>
            <a:xfrm>
              <a:off x="1462071" y="465034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3" name="Google Shape;763;p1"/>
            <p:cNvSpPr/>
            <p:nvPr/>
          </p:nvSpPr>
          <p:spPr>
            <a:xfrm>
              <a:off x="1548447" y="4650341"/>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4" name="Google Shape;764;p1"/>
            <p:cNvSpPr/>
            <p:nvPr/>
          </p:nvSpPr>
          <p:spPr>
            <a:xfrm>
              <a:off x="1373327" y="477103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5" name="Google Shape;765;p1"/>
            <p:cNvSpPr/>
            <p:nvPr/>
          </p:nvSpPr>
          <p:spPr>
            <a:xfrm>
              <a:off x="1462071" y="477103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6" name="Google Shape;766;p1"/>
            <p:cNvSpPr/>
            <p:nvPr/>
          </p:nvSpPr>
          <p:spPr>
            <a:xfrm>
              <a:off x="1548447" y="4771032"/>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7" name="Google Shape;767;p1"/>
            <p:cNvSpPr/>
            <p:nvPr/>
          </p:nvSpPr>
          <p:spPr>
            <a:xfrm>
              <a:off x="1373327" y="4890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8" name="Google Shape;768;p1"/>
            <p:cNvSpPr/>
            <p:nvPr/>
          </p:nvSpPr>
          <p:spPr>
            <a:xfrm>
              <a:off x="1462071" y="4890540"/>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9" name="Google Shape;769;p1"/>
            <p:cNvSpPr/>
            <p:nvPr/>
          </p:nvSpPr>
          <p:spPr>
            <a:xfrm>
              <a:off x="1548447" y="4890540"/>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0" name="Google Shape;770;p1"/>
            <p:cNvSpPr/>
            <p:nvPr/>
          </p:nvSpPr>
          <p:spPr>
            <a:xfrm>
              <a:off x="1373327" y="5011231"/>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1" name="Google Shape;771;p1"/>
            <p:cNvSpPr/>
            <p:nvPr/>
          </p:nvSpPr>
          <p:spPr>
            <a:xfrm>
              <a:off x="1462071" y="5011231"/>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2" name="Google Shape;772;p1"/>
            <p:cNvSpPr/>
            <p:nvPr/>
          </p:nvSpPr>
          <p:spPr>
            <a:xfrm>
              <a:off x="1548447" y="5011231"/>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3" name="Google Shape;773;p1"/>
            <p:cNvSpPr/>
            <p:nvPr/>
          </p:nvSpPr>
          <p:spPr>
            <a:xfrm>
              <a:off x="1373327" y="512482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4" name="Google Shape;774;p1"/>
            <p:cNvSpPr/>
            <p:nvPr/>
          </p:nvSpPr>
          <p:spPr>
            <a:xfrm>
              <a:off x="1462071" y="512482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5" name="Google Shape;775;p1"/>
            <p:cNvSpPr/>
            <p:nvPr/>
          </p:nvSpPr>
          <p:spPr>
            <a:xfrm>
              <a:off x="1548447" y="5124822"/>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6" name="Google Shape;776;p1"/>
            <p:cNvSpPr/>
            <p:nvPr/>
          </p:nvSpPr>
          <p:spPr>
            <a:xfrm>
              <a:off x="1373327" y="524669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7" name="Google Shape;777;p1"/>
            <p:cNvSpPr/>
            <p:nvPr/>
          </p:nvSpPr>
          <p:spPr>
            <a:xfrm>
              <a:off x="1462071" y="5246696"/>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8" name="Google Shape;778;p1"/>
            <p:cNvSpPr/>
            <p:nvPr/>
          </p:nvSpPr>
          <p:spPr>
            <a:xfrm>
              <a:off x="1548447" y="5246696"/>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9" name="Google Shape;779;p1"/>
            <p:cNvSpPr/>
            <p:nvPr/>
          </p:nvSpPr>
          <p:spPr>
            <a:xfrm>
              <a:off x="1373327" y="5365021"/>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80" name="Google Shape;780;p1"/>
            <p:cNvSpPr/>
            <p:nvPr/>
          </p:nvSpPr>
          <p:spPr>
            <a:xfrm>
              <a:off x="1462071" y="5365021"/>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81" name="Google Shape;781;p1"/>
            <p:cNvSpPr/>
            <p:nvPr/>
          </p:nvSpPr>
          <p:spPr>
            <a:xfrm>
              <a:off x="1548447" y="5365021"/>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782" name="Google Shape;782;p1"/>
          <p:cNvGrpSpPr/>
          <p:nvPr/>
        </p:nvGrpSpPr>
        <p:grpSpPr>
          <a:xfrm>
            <a:off x="3656012" y="2256891"/>
            <a:ext cx="318292" cy="2295494"/>
            <a:chOff x="9980612" y="3886200"/>
            <a:chExt cx="318292" cy="2295494"/>
          </a:xfrm>
        </p:grpSpPr>
        <p:sp>
          <p:nvSpPr>
            <p:cNvPr id="783" name="Google Shape;783;p1"/>
            <p:cNvSpPr/>
            <p:nvPr/>
          </p:nvSpPr>
          <p:spPr>
            <a:xfrm>
              <a:off x="9980612" y="4325184"/>
              <a:ext cx="318292" cy="185651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84" name="Google Shape;784;p1"/>
            <p:cNvSpPr/>
            <p:nvPr/>
          </p:nvSpPr>
          <p:spPr>
            <a:xfrm>
              <a:off x="10019659" y="4364231"/>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85" name="Google Shape;785;p1"/>
            <p:cNvSpPr/>
            <p:nvPr/>
          </p:nvSpPr>
          <p:spPr>
            <a:xfrm>
              <a:off x="10107219" y="436423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86" name="Google Shape;786;p1"/>
            <p:cNvSpPr/>
            <p:nvPr/>
          </p:nvSpPr>
          <p:spPr>
            <a:xfrm>
              <a:off x="10194779" y="436423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87" name="Google Shape;787;p1"/>
            <p:cNvSpPr/>
            <p:nvPr/>
          </p:nvSpPr>
          <p:spPr>
            <a:xfrm>
              <a:off x="10019659" y="4484921"/>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88" name="Google Shape;788;p1"/>
            <p:cNvSpPr/>
            <p:nvPr/>
          </p:nvSpPr>
          <p:spPr>
            <a:xfrm>
              <a:off x="10107219" y="44849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89" name="Google Shape;789;p1"/>
            <p:cNvSpPr/>
            <p:nvPr/>
          </p:nvSpPr>
          <p:spPr>
            <a:xfrm>
              <a:off x="10194779" y="44849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0" name="Google Shape;790;p1"/>
            <p:cNvSpPr/>
            <p:nvPr/>
          </p:nvSpPr>
          <p:spPr>
            <a:xfrm>
              <a:off x="10019659" y="4604429"/>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1" name="Google Shape;791;p1"/>
            <p:cNvSpPr/>
            <p:nvPr/>
          </p:nvSpPr>
          <p:spPr>
            <a:xfrm>
              <a:off x="10107219" y="460442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2" name="Google Shape;792;p1"/>
            <p:cNvSpPr/>
            <p:nvPr/>
          </p:nvSpPr>
          <p:spPr>
            <a:xfrm>
              <a:off x="10194779" y="460442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3" name="Google Shape;793;p1"/>
            <p:cNvSpPr/>
            <p:nvPr/>
          </p:nvSpPr>
          <p:spPr>
            <a:xfrm>
              <a:off x="10019659" y="4725120"/>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4" name="Google Shape;794;p1"/>
            <p:cNvSpPr/>
            <p:nvPr/>
          </p:nvSpPr>
          <p:spPr>
            <a:xfrm>
              <a:off x="10107219" y="472512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5" name="Google Shape;795;p1"/>
            <p:cNvSpPr/>
            <p:nvPr/>
          </p:nvSpPr>
          <p:spPr>
            <a:xfrm>
              <a:off x="10194779" y="472512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6" name="Google Shape;796;p1"/>
            <p:cNvSpPr/>
            <p:nvPr/>
          </p:nvSpPr>
          <p:spPr>
            <a:xfrm>
              <a:off x="10019659" y="4838712"/>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7" name="Google Shape;797;p1"/>
            <p:cNvSpPr/>
            <p:nvPr/>
          </p:nvSpPr>
          <p:spPr>
            <a:xfrm>
              <a:off x="10107219" y="483871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8" name="Google Shape;798;p1"/>
            <p:cNvSpPr/>
            <p:nvPr/>
          </p:nvSpPr>
          <p:spPr>
            <a:xfrm>
              <a:off x="10194779" y="483871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9" name="Google Shape;799;p1"/>
            <p:cNvSpPr/>
            <p:nvPr/>
          </p:nvSpPr>
          <p:spPr>
            <a:xfrm>
              <a:off x="10019659" y="4960586"/>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0" name="Google Shape;800;p1"/>
            <p:cNvSpPr/>
            <p:nvPr/>
          </p:nvSpPr>
          <p:spPr>
            <a:xfrm>
              <a:off x="10107219" y="496058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1" name="Google Shape;801;p1"/>
            <p:cNvSpPr/>
            <p:nvPr/>
          </p:nvSpPr>
          <p:spPr>
            <a:xfrm>
              <a:off x="10194779" y="496058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2" name="Google Shape;802;p1"/>
            <p:cNvSpPr/>
            <p:nvPr/>
          </p:nvSpPr>
          <p:spPr>
            <a:xfrm>
              <a:off x="10019659" y="5078910"/>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3" name="Google Shape;803;p1"/>
            <p:cNvSpPr/>
            <p:nvPr/>
          </p:nvSpPr>
          <p:spPr>
            <a:xfrm>
              <a:off x="10107219" y="507891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4" name="Google Shape;804;p1"/>
            <p:cNvSpPr/>
            <p:nvPr/>
          </p:nvSpPr>
          <p:spPr>
            <a:xfrm>
              <a:off x="10194779" y="507891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5" name="Google Shape;805;p1"/>
            <p:cNvSpPr/>
            <p:nvPr/>
          </p:nvSpPr>
          <p:spPr>
            <a:xfrm>
              <a:off x="10019659" y="5198418"/>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6" name="Google Shape;806;p1"/>
            <p:cNvSpPr/>
            <p:nvPr/>
          </p:nvSpPr>
          <p:spPr>
            <a:xfrm>
              <a:off x="10107219" y="519841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7" name="Google Shape;807;p1"/>
            <p:cNvSpPr/>
            <p:nvPr/>
          </p:nvSpPr>
          <p:spPr>
            <a:xfrm>
              <a:off x="10194779" y="519841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8" name="Google Shape;808;p1"/>
            <p:cNvSpPr/>
            <p:nvPr/>
          </p:nvSpPr>
          <p:spPr>
            <a:xfrm>
              <a:off x="10019659" y="5317925"/>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9" name="Google Shape;809;p1"/>
            <p:cNvSpPr/>
            <p:nvPr/>
          </p:nvSpPr>
          <p:spPr>
            <a:xfrm>
              <a:off x="10107219" y="531792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0" name="Google Shape;810;p1"/>
            <p:cNvSpPr/>
            <p:nvPr/>
          </p:nvSpPr>
          <p:spPr>
            <a:xfrm>
              <a:off x="10194779" y="531792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1" name="Google Shape;811;p1"/>
            <p:cNvSpPr/>
            <p:nvPr/>
          </p:nvSpPr>
          <p:spPr>
            <a:xfrm>
              <a:off x="10019659" y="5438616"/>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2" name="Google Shape;812;p1"/>
            <p:cNvSpPr/>
            <p:nvPr/>
          </p:nvSpPr>
          <p:spPr>
            <a:xfrm>
              <a:off x="10107219" y="543861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3" name="Google Shape;813;p1"/>
            <p:cNvSpPr/>
            <p:nvPr/>
          </p:nvSpPr>
          <p:spPr>
            <a:xfrm>
              <a:off x="10194779" y="543861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4" name="Google Shape;814;p1"/>
            <p:cNvSpPr/>
            <p:nvPr/>
          </p:nvSpPr>
          <p:spPr>
            <a:xfrm>
              <a:off x="10019659" y="5558124"/>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5" name="Google Shape;815;p1"/>
            <p:cNvSpPr/>
            <p:nvPr/>
          </p:nvSpPr>
          <p:spPr>
            <a:xfrm>
              <a:off x="10107219" y="55581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6" name="Google Shape;816;p1"/>
            <p:cNvSpPr/>
            <p:nvPr/>
          </p:nvSpPr>
          <p:spPr>
            <a:xfrm>
              <a:off x="10194779" y="55581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7" name="Google Shape;817;p1"/>
            <p:cNvSpPr/>
            <p:nvPr/>
          </p:nvSpPr>
          <p:spPr>
            <a:xfrm>
              <a:off x="10019659" y="5678815"/>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8" name="Google Shape;818;p1"/>
            <p:cNvSpPr/>
            <p:nvPr/>
          </p:nvSpPr>
          <p:spPr>
            <a:xfrm>
              <a:off x="10107219" y="567881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9" name="Google Shape;819;p1"/>
            <p:cNvSpPr/>
            <p:nvPr/>
          </p:nvSpPr>
          <p:spPr>
            <a:xfrm>
              <a:off x="10194779" y="567881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0" name="Google Shape;820;p1"/>
            <p:cNvSpPr/>
            <p:nvPr/>
          </p:nvSpPr>
          <p:spPr>
            <a:xfrm>
              <a:off x="10019659" y="5792406"/>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1" name="Google Shape;821;p1"/>
            <p:cNvSpPr/>
            <p:nvPr/>
          </p:nvSpPr>
          <p:spPr>
            <a:xfrm>
              <a:off x="10107219" y="579240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2" name="Google Shape;822;p1"/>
            <p:cNvSpPr/>
            <p:nvPr/>
          </p:nvSpPr>
          <p:spPr>
            <a:xfrm>
              <a:off x="10194779" y="579240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3" name="Google Shape;823;p1"/>
            <p:cNvSpPr/>
            <p:nvPr/>
          </p:nvSpPr>
          <p:spPr>
            <a:xfrm>
              <a:off x="10019659" y="5914280"/>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4" name="Google Shape;824;p1"/>
            <p:cNvSpPr/>
            <p:nvPr/>
          </p:nvSpPr>
          <p:spPr>
            <a:xfrm>
              <a:off x="10107219" y="591428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5" name="Google Shape;825;p1"/>
            <p:cNvSpPr/>
            <p:nvPr/>
          </p:nvSpPr>
          <p:spPr>
            <a:xfrm>
              <a:off x="10194779" y="591428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6" name="Google Shape;826;p1"/>
            <p:cNvSpPr/>
            <p:nvPr/>
          </p:nvSpPr>
          <p:spPr>
            <a:xfrm>
              <a:off x="10019659" y="6032605"/>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7" name="Google Shape;827;p1"/>
            <p:cNvSpPr/>
            <p:nvPr/>
          </p:nvSpPr>
          <p:spPr>
            <a:xfrm>
              <a:off x="10107219" y="603260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8" name="Google Shape;828;p1"/>
            <p:cNvSpPr/>
            <p:nvPr/>
          </p:nvSpPr>
          <p:spPr>
            <a:xfrm>
              <a:off x="10194779" y="603260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9" name="Google Shape;829;p1"/>
            <p:cNvSpPr/>
            <p:nvPr/>
          </p:nvSpPr>
          <p:spPr>
            <a:xfrm>
              <a:off x="10013743" y="4279037"/>
              <a:ext cx="252030" cy="5561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0" name="Google Shape;830;p1"/>
            <p:cNvSpPr/>
            <p:nvPr/>
          </p:nvSpPr>
          <p:spPr>
            <a:xfrm>
              <a:off x="10134434" y="3886200"/>
              <a:ext cx="9466" cy="39993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831" name="Google Shape;831;p1"/>
          <p:cNvGrpSpPr/>
          <p:nvPr/>
        </p:nvGrpSpPr>
        <p:grpSpPr>
          <a:xfrm>
            <a:off x="3275012" y="2256891"/>
            <a:ext cx="317109" cy="2295494"/>
            <a:chOff x="2665412" y="2819400"/>
            <a:chExt cx="317109" cy="2295494"/>
          </a:xfrm>
        </p:grpSpPr>
        <p:sp>
          <p:nvSpPr>
            <p:cNvPr id="832" name="Google Shape;832;p1"/>
            <p:cNvSpPr/>
            <p:nvPr/>
          </p:nvSpPr>
          <p:spPr>
            <a:xfrm>
              <a:off x="2665412" y="3258384"/>
              <a:ext cx="317109" cy="185651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3" name="Google Shape;833;p1"/>
            <p:cNvSpPr/>
            <p:nvPr/>
          </p:nvSpPr>
          <p:spPr>
            <a:xfrm>
              <a:off x="2704459" y="329743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4" name="Google Shape;834;p1"/>
            <p:cNvSpPr/>
            <p:nvPr/>
          </p:nvSpPr>
          <p:spPr>
            <a:xfrm>
              <a:off x="2792019" y="329743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5" name="Google Shape;835;p1"/>
            <p:cNvSpPr/>
            <p:nvPr/>
          </p:nvSpPr>
          <p:spPr>
            <a:xfrm>
              <a:off x="2880762" y="329743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6" name="Google Shape;836;p1"/>
            <p:cNvSpPr/>
            <p:nvPr/>
          </p:nvSpPr>
          <p:spPr>
            <a:xfrm>
              <a:off x="2704459" y="34181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7" name="Google Shape;837;p1"/>
            <p:cNvSpPr/>
            <p:nvPr/>
          </p:nvSpPr>
          <p:spPr>
            <a:xfrm>
              <a:off x="2792019" y="34181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8" name="Google Shape;838;p1"/>
            <p:cNvSpPr/>
            <p:nvPr/>
          </p:nvSpPr>
          <p:spPr>
            <a:xfrm>
              <a:off x="2880762" y="34181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9" name="Google Shape;839;p1"/>
            <p:cNvSpPr/>
            <p:nvPr/>
          </p:nvSpPr>
          <p:spPr>
            <a:xfrm>
              <a:off x="2704459" y="353762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0" name="Google Shape;840;p1"/>
            <p:cNvSpPr/>
            <p:nvPr/>
          </p:nvSpPr>
          <p:spPr>
            <a:xfrm>
              <a:off x="2792019" y="353762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1" name="Google Shape;841;p1"/>
            <p:cNvSpPr/>
            <p:nvPr/>
          </p:nvSpPr>
          <p:spPr>
            <a:xfrm>
              <a:off x="2880762" y="353762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2" name="Google Shape;842;p1"/>
            <p:cNvSpPr/>
            <p:nvPr/>
          </p:nvSpPr>
          <p:spPr>
            <a:xfrm>
              <a:off x="2704459" y="365832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3" name="Google Shape;843;p1"/>
            <p:cNvSpPr/>
            <p:nvPr/>
          </p:nvSpPr>
          <p:spPr>
            <a:xfrm>
              <a:off x="2792019" y="365832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4" name="Google Shape;844;p1"/>
            <p:cNvSpPr/>
            <p:nvPr/>
          </p:nvSpPr>
          <p:spPr>
            <a:xfrm>
              <a:off x="2880762" y="365832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5" name="Google Shape;845;p1"/>
            <p:cNvSpPr/>
            <p:nvPr/>
          </p:nvSpPr>
          <p:spPr>
            <a:xfrm>
              <a:off x="2704459" y="377191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6" name="Google Shape;846;p1"/>
            <p:cNvSpPr/>
            <p:nvPr/>
          </p:nvSpPr>
          <p:spPr>
            <a:xfrm>
              <a:off x="2792019" y="377191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7" name="Google Shape;847;p1"/>
            <p:cNvSpPr/>
            <p:nvPr/>
          </p:nvSpPr>
          <p:spPr>
            <a:xfrm>
              <a:off x="2880762" y="377191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8" name="Google Shape;848;p1"/>
            <p:cNvSpPr/>
            <p:nvPr/>
          </p:nvSpPr>
          <p:spPr>
            <a:xfrm>
              <a:off x="2704459" y="389378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9" name="Google Shape;849;p1"/>
            <p:cNvSpPr/>
            <p:nvPr/>
          </p:nvSpPr>
          <p:spPr>
            <a:xfrm>
              <a:off x="2792019" y="389378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0" name="Google Shape;850;p1"/>
            <p:cNvSpPr/>
            <p:nvPr/>
          </p:nvSpPr>
          <p:spPr>
            <a:xfrm>
              <a:off x="2880762" y="389378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1" name="Google Shape;851;p1"/>
            <p:cNvSpPr/>
            <p:nvPr/>
          </p:nvSpPr>
          <p:spPr>
            <a:xfrm>
              <a:off x="2704459" y="401211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2" name="Google Shape;852;p1"/>
            <p:cNvSpPr/>
            <p:nvPr/>
          </p:nvSpPr>
          <p:spPr>
            <a:xfrm>
              <a:off x="2792019" y="401211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3" name="Google Shape;853;p1"/>
            <p:cNvSpPr/>
            <p:nvPr/>
          </p:nvSpPr>
          <p:spPr>
            <a:xfrm>
              <a:off x="2880762" y="401211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4" name="Google Shape;854;p1"/>
            <p:cNvSpPr/>
            <p:nvPr/>
          </p:nvSpPr>
          <p:spPr>
            <a:xfrm>
              <a:off x="2704459" y="413161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5" name="Google Shape;855;p1"/>
            <p:cNvSpPr/>
            <p:nvPr/>
          </p:nvSpPr>
          <p:spPr>
            <a:xfrm>
              <a:off x="2792019" y="413161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6" name="Google Shape;856;p1"/>
            <p:cNvSpPr/>
            <p:nvPr/>
          </p:nvSpPr>
          <p:spPr>
            <a:xfrm>
              <a:off x="2880762" y="413161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7" name="Google Shape;857;p1"/>
            <p:cNvSpPr/>
            <p:nvPr/>
          </p:nvSpPr>
          <p:spPr>
            <a:xfrm>
              <a:off x="2704459" y="425112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8" name="Google Shape;858;p1"/>
            <p:cNvSpPr/>
            <p:nvPr/>
          </p:nvSpPr>
          <p:spPr>
            <a:xfrm>
              <a:off x="2792019" y="425112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9" name="Google Shape;859;p1"/>
            <p:cNvSpPr/>
            <p:nvPr/>
          </p:nvSpPr>
          <p:spPr>
            <a:xfrm>
              <a:off x="2880762" y="425112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0" name="Google Shape;860;p1"/>
            <p:cNvSpPr/>
            <p:nvPr/>
          </p:nvSpPr>
          <p:spPr>
            <a:xfrm>
              <a:off x="2704459" y="437181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1" name="Google Shape;861;p1"/>
            <p:cNvSpPr/>
            <p:nvPr/>
          </p:nvSpPr>
          <p:spPr>
            <a:xfrm>
              <a:off x="2792019" y="437181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2" name="Google Shape;862;p1"/>
            <p:cNvSpPr/>
            <p:nvPr/>
          </p:nvSpPr>
          <p:spPr>
            <a:xfrm>
              <a:off x="2880762" y="437181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3" name="Google Shape;863;p1"/>
            <p:cNvSpPr/>
            <p:nvPr/>
          </p:nvSpPr>
          <p:spPr>
            <a:xfrm>
              <a:off x="2704459" y="44913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4" name="Google Shape;864;p1"/>
            <p:cNvSpPr/>
            <p:nvPr/>
          </p:nvSpPr>
          <p:spPr>
            <a:xfrm>
              <a:off x="2792019" y="44913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5" name="Google Shape;865;p1"/>
            <p:cNvSpPr/>
            <p:nvPr/>
          </p:nvSpPr>
          <p:spPr>
            <a:xfrm>
              <a:off x="2880762" y="44913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6" name="Google Shape;866;p1"/>
            <p:cNvSpPr/>
            <p:nvPr/>
          </p:nvSpPr>
          <p:spPr>
            <a:xfrm>
              <a:off x="2704459" y="461201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7" name="Google Shape;867;p1"/>
            <p:cNvSpPr/>
            <p:nvPr/>
          </p:nvSpPr>
          <p:spPr>
            <a:xfrm>
              <a:off x="2792019" y="461201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8" name="Google Shape;868;p1"/>
            <p:cNvSpPr/>
            <p:nvPr/>
          </p:nvSpPr>
          <p:spPr>
            <a:xfrm>
              <a:off x="2880762" y="461201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9" name="Google Shape;869;p1"/>
            <p:cNvSpPr/>
            <p:nvPr/>
          </p:nvSpPr>
          <p:spPr>
            <a:xfrm>
              <a:off x="2704459" y="472560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0" name="Google Shape;870;p1"/>
            <p:cNvSpPr/>
            <p:nvPr/>
          </p:nvSpPr>
          <p:spPr>
            <a:xfrm>
              <a:off x="2792019" y="472560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1" name="Google Shape;871;p1"/>
            <p:cNvSpPr/>
            <p:nvPr/>
          </p:nvSpPr>
          <p:spPr>
            <a:xfrm>
              <a:off x="2880762" y="472560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2" name="Google Shape;872;p1"/>
            <p:cNvSpPr/>
            <p:nvPr/>
          </p:nvSpPr>
          <p:spPr>
            <a:xfrm>
              <a:off x="2704459" y="484748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3" name="Google Shape;873;p1"/>
            <p:cNvSpPr/>
            <p:nvPr/>
          </p:nvSpPr>
          <p:spPr>
            <a:xfrm>
              <a:off x="2792019" y="484748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4" name="Google Shape;874;p1"/>
            <p:cNvSpPr/>
            <p:nvPr/>
          </p:nvSpPr>
          <p:spPr>
            <a:xfrm>
              <a:off x="2880762" y="484748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5" name="Google Shape;875;p1"/>
            <p:cNvSpPr/>
            <p:nvPr/>
          </p:nvSpPr>
          <p:spPr>
            <a:xfrm>
              <a:off x="2704459" y="496580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6" name="Google Shape;876;p1"/>
            <p:cNvSpPr/>
            <p:nvPr/>
          </p:nvSpPr>
          <p:spPr>
            <a:xfrm>
              <a:off x="2792019" y="496580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7" name="Google Shape;877;p1"/>
            <p:cNvSpPr/>
            <p:nvPr/>
          </p:nvSpPr>
          <p:spPr>
            <a:xfrm>
              <a:off x="2880762" y="496580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8" name="Google Shape;878;p1"/>
            <p:cNvSpPr/>
            <p:nvPr/>
          </p:nvSpPr>
          <p:spPr>
            <a:xfrm>
              <a:off x="2697359" y="3212237"/>
              <a:ext cx="253214" cy="5561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9" name="Google Shape;879;p1"/>
            <p:cNvSpPr/>
            <p:nvPr/>
          </p:nvSpPr>
          <p:spPr>
            <a:xfrm>
              <a:off x="2819234" y="2819400"/>
              <a:ext cx="10649" cy="39993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880" name="Google Shape;880;p1"/>
          <p:cNvGrpSpPr/>
          <p:nvPr/>
        </p:nvGrpSpPr>
        <p:grpSpPr>
          <a:xfrm>
            <a:off x="4494212" y="3048000"/>
            <a:ext cx="564786" cy="1401844"/>
            <a:chOff x="9523412" y="304800"/>
            <a:chExt cx="885825" cy="2198688"/>
          </a:xfrm>
        </p:grpSpPr>
        <p:sp>
          <p:nvSpPr>
            <p:cNvPr id="881" name="Google Shape;881;p1"/>
            <p:cNvSpPr/>
            <p:nvPr/>
          </p:nvSpPr>
          <p:spPr>
            <a:xfrm>
              <a:off x="9752012" y="817562"/>
              <a:ext cx="428625" cy="1193800"/>
            </a:xfrm>
            <a:custGeom>
              <a:rect b="b" l="l" r="r" t="t"/>
              <a:pathLst>
                <a:path extrusionOk="0" h="752" w="270">
                  <a:moveTo>
                    <a:pt x="134" y="0"/>
                  </a:moveTo>
                  <a:lnTo>
                    <a:pt x="241" y="137"/>
                  </a:lnTo>
                  <a:lnTo>
                    <a:pt x="270" y="137"/>
                  </a:lnTo>
                  <a:lnTo>
                    <a:pt x="270" y="752"/>
                  </a:lnTo>
                  <a:lnTo>
                    <a:pt x="0" y="752"/>
                  </a:lnTo>
                  <a:lnTo>
                    <a:pt x="0" y="137"/>
                  </a:lnTo>
                  <a:lnTo>
                    <a:pt x="28" y="137"/>
                  </a:lnTo>
                  <a:lnTo>
                    <a:pt x="134"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82" name="Google Shape;882;p1"/>
            <p:cNvSpPr/>
            <p:nvPr/>
          </p:nvSpPr>
          <p:spPr>
            <a:xfrm>
              <a:off x="9923462" y="10842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83" name="Google Shape;883;p1"/>
            <p:cNvSpPr/>
            <p:nvPr/>
          </p:nvSpPr>
          <p:spPr>
            <a:xfrm>
              <a:off x="10040937" y="10842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84" name="Google Shape;884;p1"/>
            <p:cNvSpPr/>
            <p:nvPr/>
          </p:nvSpPr>
          <p:spPr>
            <a:xfrm>
              <a:off x="9805987" y="10842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85" name="Google Shape;885;p1"/>
            <p:cNvSpPr/>
            <p:nvPr/>
          </p:nvSpPr>
          <p:spPr>
            <a:xfrm>
              <a:off x="9923462" y="12366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86" name="Google Shape;886;p1"/>
            <p:cNvSpPr/>
            <p:nvPr/>
          </p:nvSpPr>
          <p:spPr>
            <a:xfrm>
              <a:off x="10040937" y="12366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87" name="Google Shape;887;p1"/>
            <p:cNvSpPr/>
            <p:nvPr/>
          </p:nvSpPr>
          <p:spPr>
            <a:xfrm>
              <a:off x="9805987" y="12366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88" name="Google Shape;888;p1"/>
            <p:cNvSpPr/>
            <p:nvPr/>
          </p:nvSpPr>
          <p:spPr>
            <a:xfrm>
              <a:off x="9923462" y="13874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89" name="Google Shape;889;p1"/>
            <p:cNvSpPr/>
            <p:nvPr/>
          </p:nvSpPr>
          <p:spPr>
            <a:xfrm>
              <a:off x="10040937" y="13874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0" name="Google Shape;890;p1"/>
            <p:cNvSpPr/>
            <p:nvPr/>
          </p:nvSpPr>
          <p:spPr>
            <a:xfrm>
              <a:off x="9805987" y="13874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1" name="Google Shape;891;p1"/>
            <p:cNvSpPr/>
            <p:nvPr/>
          </p:nvSpPr>
          <p:spPr>
            <a:xfrm>
              <a:off x="9923462" y="15398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2" name="Google Shape;892;p1"/>
            <p:cNvSpPr/>
            <p:nvPr/>
          </p:nvSpPr>
          <p:spPr>
            <a:xfrm>
              <a:off x="10040937" y="15398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3" name="Google Shape;893;p1"/>
            <p:cNvSpPr/>
            <p:nvPr/>
          </p:nvSpPr>
          <p:spPr>
            <a:xfrm>
              <a:off x="9805987" y="15398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4" name="Google Shape;894;p1"/>
            <p:cNvSpPr/>
            <p:nvPr/>
          </p:nvSpPr>
          <p:spPr>
            <a:xfrm>
              <a:off x="9923462" y="169227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5" name="Google Shape;895;p1"/>
            <p:cNvSpPr/>
            <p:nvPr/>
          </p:nvSpPr>
          <p:spPr>
            <a:xfrm>
              <a:off x="10040937" y="169227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6" name="Google Shape;896;p1"/>
            <p:cNvSpPr/>
            <p:nvPr/>
          </p:nvSpPr>
          <p:spPr>
            <a:xfrm>
              <a:off x="9805987" y="169227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7" name="Google Shape;897;p1"/>
            <p:cNvSpPr/>
            <p:nvPr/>
          </p:nvSpPr>
          <p:spPr>
            <a:xfrm>
              <a:off x="9958387" y="304800"/>
              <a:ext cx="12700" cy="5365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8" name="Google Shape;898;p1"/>
            <p:cNvSpPr/>
            <p:nvPr/>
          </p:nvSpPr>
          <p:spPr>
            <a:xfrm>
              <a:off x="9523412" y="1851025"/>
              <a:ext cx="885825" cy="65246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9" name="Google Shape;899;p1"/>
            <p:cNvSpPr/>
            <p:nvPr/>
          </p:nvSpPr>
          <p:spPr>
            <a:xfrm>
              <a:off x="9609137" y="1944687"/>
              <a:ext cx="206375"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00" name="Google Shape;900;p1"/>
            <p:cNvSpPr/>
            <p:nvPr/>
          </p:nvSpPr>
          <p:spPr>
            <a:xfrm>
              <a:off x="9863137" y="1944687"/>
              <a:ext cx="207962"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01" name="Google Shape;901;p1"/>
            <p:cNvSpPr/>
            <p:nvPr/>
          </p:nvSpPr>
          <p:spPr>
            <a:xfrm>
              <a:off x="10118725" y="1944687"/>
              <a:ext cx="206375"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02" name="Google Shape;902;p1"/>
            <p:cNvSpPr/>
            <p:nvPr/>
          </p:nvSpPr>
          <p:spPr>
            <a:xfrm>
              <a:off x="9609137" y="2182812"/>
              <a:ext cx="206375"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03" name="Google Shape;903;p1"/>
            <p:cNvSpPr/>
            <p:nvPr/>
          </p:nvSpPr>
          <p:spPr>
            <a:xfrm>
              <a:off x="9863137" y="2182812"/>
              <a:ext cx="207962"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04" name="Google Shape;904;p1"/>
            <p:cNvSpPr/>
            <p:nvPr/>
          </p:nvSpPr>
          <p:spPr>
            <a:xfrm>
              <a:off x="10118725" y="2182812"/>
              <a:ext cx="206375"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905" name="Google Shape;905;p1"/>
          <p:cNvSpPr/>
          <p:nvPr/>
        </p:nvSpPr>
        <p:spPr>
          <a:xfrm>
            <a:off x="430923" y="3375213"/>
            <a:ext cx="711329" cy="1183154"/>
          </a:xfrm>
          <a:custGeom>
            <a:rect b="b" l="l" r="r" t="t"/>
            <a:pathLst>
              <a:path extrusionOk="0" h="494" w="297">
                <a:moveTo>
                  <a:pt x="117" y="330"/>
                </a:moveTo>
                <a:lnTo>
                  <a:pt x="119" y="371"/>
                </a:lnTo>
                <a:lnTo>
                  <a:pt x="135" y="355"/>
                </a:lnTo>
                <a:lnTo>
                  <a:pt x="127" y="348"/>
                </a:lnTo>
                <a:lnTo>
                  <a:pt x="120" y="340"/>
                </a:lnTo>
                <a:lnTo>
                  <a:pt x="117" y="330"/>
                </a:lnTo>
                <a:close/>
                <a:moveTo>
                  <a:pt x="105" y="296"/>
                </a:moveTo>
                <a:lnTo>
                  <a:pt x="104" y="297"/>
                </a:lnTo>
                <a:lnTo>
                  <a:pt x="105" y="299"/>
                </a:lnTo>
                <a:lnTo>
                  <a:pt x="106" y="303"/>
                </a:lnTo>
                <a:lnTo>
                  <a:pt x="106" y="296"/>
                </a:lnTo>
                <a:lnTo>
                  <a:pt x="105" y="296"/>
                </a:lnTo>
                <a:close/>
                <a:moveTo>
                  <a:pt x="128" y="273"/>
                </a:moveTo>
                <a:lnTo>
                  <a:pt x="123" y="284"/>
                </a:lnTo>
                <a:lnTo>
                  <a:pt x="113" y="292"/>
                </a:lnTo>
                <a:lnTo>
                  <a:pt x="116" y="315"/>
                </a:lnTo>
                <a:lnTo>
                  <a:pt x="119" y="303"/>
                </a:lnTo>
                <a:lnTo>
                  <a:pt x="126" y="292"/>
                </a:lnTo>
                <a:lnTo>
                  <a:pt x="135" y="284"/>
                </a:lnTo>
                <a:lnTo>
                  <a:pt x="147" y="280"/>
                </a:lnTo>
                <a:lnTo>
                  <a:pt x="146" y="277"/>
                </a:lnTo>
                <a:lnTo>
                  <a:pt x="143" y="276"/>
                </a:lnTo>
                <a:lnTo>
                  <a:pt x="142" y="274"/>
                </a:lnTo>
                <a:lnTo>
                  <a:pt x="133" y="274"/>
                </a:lnTo>
                <a:lnTo>
                  <a:pt x="128" y="273"/>
                </a:lnTo>
                <a:close/>
                <a:moveTo>
                  <a:pt x="154" y="150"/>
                </a:moveTo>
                <a:lnTo>
                  <a:pt x="153" y="152"/>
                </a:lnTo>
                <a:lnTo>
                  <a:pt x="156" y="152"/>
                </a:lnTo>
                <a:lnTo>
                  <a:pt x="156" y="150"/>
                </a:lnTo>
                <a:lnTo>
                  <a:pt x="154" y="150"/>
                </a:lnTo>
                <a:close/>
                <a:moveTo>
                  <a:pt x="132" y="0"/>
                </a:moveTo>
                <a:lnTo>
                  <a:pt x="151" y="3"/>
                </a:lnTo>
                <a:lnTo>
                  <a:pt x="170" y="11"/>
                </a:lnTo>
                <a:lnTo>
                  <a:pt x="185" y="24"/>
                </a:lnTo>
                <a:lnTo>
                  <a:pt x="198" y="38"/>
                </a:lnTo>
                <a:lnTo>
                  <a:pt x="206" y="57"/>
                </a:lnTo>
                <a:lnTo>
                  <a:pt x="208" y="78"/>
                </a:lnTo>
                <a:lnTo>
                  <a:pt x="206" y="94"/>
                </a:lnTo>
                <a:lnTo>
                  <a:pt x="201" y="109"/>
                </a:lnTo>
                <a:lnTo>
                  <a:pt x="216" y="111"/>
                </a:lnTo>
                <a:lnTo>
                  <a:pt x="229" y="118"/>
                </a:lnTo>
                <a:lnTo>
                  <a:pt x="238" y="128"/>
                </a:lnTo>
                <a:lnTo>
                  <a:pt x="245" y="142"/>
                </a:lnTo>
                <a:lnTo>
                  <a:pt x="262" y="152"/>
                </a:lnTo>
                <a:lnTo>
                  <a:pt x="276" y="165"/>
                </a:lnTo>
                <a:lnTo>
                  <a:pt x="287" y="182"/>
                </a:lnTo>
                <a:lnTo>
                  <a:pt x="294" y="200"/>
                </a:lnTo>
                <a:lnTo>
                  <a:pt x="297" y="221"/>
                </a:lnTo>
                <a:lnTo>
                  <a:pt x="293" y="244"/>
                </a:lnTo>
                <a:lnTo>
                  <a:pt x="285" y="265"/>
                </a:lnTo>
                <a:lnTo>
                  <a:pt x="271" y="282"/>
                </a:lnTo>
                <a:lnTo>
                  <a:pt x="254" y="296"/>
                </a:lnTo>
                <a:lnTo>
                  <a:pt x="233" y="304"/>
                </a:lnTo>
                <a:lnTo>
                  <a:pt x="210" y="307"/>
                </a:lnTo>
                <a:lnTo>
                  <a:pt x="199" y="307"/>
                </a:lnTo>
                <a:lnTo>
                  <a:pt x="194" y="306"/>
                </a:lnTo>
                <a:lnTo>
                  <a:pt x="195" y="312"/>
                </a:lnTo>
                <a:lnTo>
                  <a:pt x="196" y="319"/>
                </a:lnTo>
                <a:lnTo>
                  <a:pt x="193" y="335"/>
                </a:lnTo>
                <a:lnTo>
                  <a:pt x="185" y="349"/>
                </a:lnTo>
                <a:lnTo>
                  <a:pt x="171" y="357"/>
                </a:lnTo>
                <a:lnTo>
                  <a:pt x="156" y="360"/>
                </a:lnTo>
                <a:lnTo>
                  <a:pt x="150" y="360"/>
                </a:lnTo>
                <a:lnTo>
                  <a:pt x="146" y="359"/>
                </a:lnTo>
                <a:lnTo>
                  <a:pt x="141" y="357"/>
                </a:lnTo>
                <a:lnTo>
                  <a:pt x="120" y="386"/>
                </a:lnTo>
                <a:lnTo>
                  <a:pt x="128" y="493"/>
                </a:lnTo>
                <a:lnTo>
                  <a:pt x="106" y="494"/>
                </a:lnTo>
                <a:lnTo>
                  <a:pt x="106" y="322"/>
                </a:lnTo>
                <a:lnTo>
                  <a:pt x="101" y="335"/>
                </a:lnTo>
                <a:lnTo>
                  <a:pt x="91" y="346"/>
                </a:lnTo>
                <a:lnTo>
                  <a:pt x="79" y="353"/>
                </a:lnTo>
                <a:lnTo>
                  <a:pt x="65" y="356"/>
                </a:lnTo>
                <a:lnTo>
                  <a:pt x="48" y="352"/>
                </a:lnTo>
                <a:lnTo>
                  <a:pt x="34" y="343"/>
                </a:lnTo>
                <a:lnTo>
                  <a:pt x="25" y="329"/>
                </a:lnTo>
                <a:lnTo>
                  <a:pt x="21" y="312"/>
                </a:lnTo>
                <a:lnTo>
                  <a:pt x="21" y="307"/>
                </a:lnTo>
                <a:lnTo>
                  <a:pt x="22" y="304"/>
                </a:lnTo>
                <a:lnTo>
                  <a:pt x="23" y="299"/>
                </a:lnTo>
                <a:lnTo>
                  <a:pt x="11" y="291"/>
                </a:lnTo>
                <a:lnTo>
                  <a:pt x="4" y="280"/>
                </a:lnTo>
                <a:lnTo>
                  <a:pt x="0" y="265"/>
                </a:lnTo>
                <a:lnTo>
                  <a:pt x="3" y="252"/>
                </a:lnTo>
                <a:lnTo>
                  <a:pt x="8" y="241"/>
                </a:lnTo>
                <a:lnTo>
                  <a:pt x="17" y="233"/>
                </a:lnTo>
                <a:lnTo>
                  <a:pt x="28" y="228"/>
                </a:lnTo>
                <a:lnTo>
                  <a:pt x="20" y="214"/>
                </a:lnTo>
                <a:lnTo>
                  <a:pt x="17" y="198"/>
                </a:lnTo>
                <a:lnTo>
                  <a:pt x="20" y="179"/>
                </a:lnTo>
                <a:lnTo>
                  <a:pt x="29" y="165"/>
                </a:lnTo>
                <a:lnTo>
                  <a:pt x="43" y="154"/>
                </a:lnTo>
                <a:lnTo>
                  <a:pt x="60" y="149"/>
                </a:lnTo>
                <a:lnTo>
                  <a:pt x="59" y="149"/>
                </a:lnTo>
                <a:lnTo>
                  <a:pt x="63" y="134"/>
                </a:lnTo>
                <a:lnTo>
                  <a:pt x="70" y="123"/>
                </a:lnTo>
                <a:lnTo>
                  <a:pt x="61" y="109"/>
                </a:lnTo>
                <a:lnTo>
                  <a:pt x="57" y="94"/>
                </a:lnTo>
                <a:lnTo>
                  <a:pt x="55" y="78"/>
                </a:lnTo>
                <a:lnTo>
                  <a:pt x="57" y="57"/>
                </a:lnTo>
                <a:lnTo>
                  <a:pt x="65" y="38"/>
                </a:lnTo>
                <a:lnTo>
                  <a:pt x="78" y="24"/>
                </a:lnTo>
                <a:lnTo>
                  <a:pt x="93" y="11"/>
                </a:lnTo>
                <a:lnTo>
                  <a:pt x="111" y="3"/>
                </a:lnTo>
                <a:lnTo>
                  <a:pt x="132"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06" name="Google Shape;906;p1"/>
          <p:cNvSpPr/>
          <p:nvPr/>
        </p:nvSpPr>
        <p:spPr>
          <a:xfrm>
            <a:off x="10742612" y="3657600"/>
            <a:ext cx="570847" cy="825442"/>
          </a:xfrm>
          <a:custGeom>
            <a:rect b="b" l="l" r="r" t="t"/>
            <a:pathLst>
              <a:path extrusionOk="0" h="415" w="287">
                <a:moveTo>
                  <a:pt x="150" y="243"/>
                </a:moveTo>
                <a:lnTo>
                  <a:pt x="147" y="247"/>
                </a:lnTo>
                <a:lnTo>
                  <a:pt x="144" y="250"/>
                </a:lnTo>
                <a:lnTo>
                  <a:pt x="159" y="275"/>
                </a:lnTo>
                <a:lnTo>
                  <a:pt x="160" y="267"/>
                </a:lnTo>
                <a:lnTo>
                  <a:pt x="153" y="256"/>
                </a:lnTo>
                <a:lnTo>
                  <a:pt x="150" y="243"/>
                </a:lnTo>
                <a:close/>
                <a:moveTo>
                  <a:pt x="142" y="190"/>
                </a:moveTo>
                <a:lnTo>
                  <a:pt x="138" y="195"/>
                </a:lnTo>
                <a:lnTo>
                  <a:pt x="131" y="202"/>
                </a:lnTo>
                <a:lnTo>
                  <a:pt x="127" y="205"/>
                </a:lnTo>
                <a:lnTo>
                  <a:pt x="129" y="205"/>
                </a:lnTo>
                <a:lnTo>
                  <a:pt x="139" y="207"/>
                </a:lnTo>
                <a:lnTo>
                  <a:pt x="147" y="213"/>
                </a:lnTo>
                <a:lnTo>
                  <a:pt x="153" y="222"/>
                </a:lnTo>
                <a:lnTo>
                  <a:pt x="155" y="218"/>
                </a:lnTo>
                <a:lnTo>
                  <a:pt x="159" y="212"/>
                </a:lnTo>
                <a:lnTo>
                  <a:pt x="148" y="203"/>
                </a:lnTo>
                <a:lnTo>
                  <a:pt x="142" y="190"/>
                </a:lnTo>
                <a:close/>
                <a:moveTo>
                  <a:pt x="206" y="0"/>
                </a:moveTo>
                <a:lnTo>
                  <a:pt x="227" y="2"/>
                </a:lnTo>
                <a:lnTo>
                  <a:pt x="246" y="10"/>
                </a:lnTo>
                <a:lnTo>
                  <a:pt x="263" y="23"/>
                </a:lnTo>
                <a:lnTo>
                  <a:pt x="275" y="40"/>
                </a:lnTo>
                <a:lnTo>
                  <a:pt x="283" y="59"/>
                </a:lnTo>
                <a:lnTo>
                  <a:pt x="287" y="81"/>
                </a:lnTo>
                <a:lnTo>
                  <a:pt x="283" y="102"/>
                </a:lnTo>
                <a:lnTo>
                  <a:pt x="274" y="122"/>
                </a:lnTo>
                <a:lnTo>
                  <a:pt x="260" y="139"/>
                </a:lnTo>
                <a:lnTo>
                  <a:pt x="269" y="150"/>
                </a:lnTo>
                <a:lnTo>
                  <a:pt x="274" y="162"/>
                </a:lnTo>
                <a:lnTo>
                  <a:pt x="276" y="176"/>
                </a:lnTo>
                <a:lnTo>
                  <a:pt x="273" y="194"/>
                </a:lnTo>
                <a:lnTo>
                  <a:pt x="265" y="209"/>
                </a:lnTo>
                <a:lnTo>
                  <a:pt x="251" y="219"/>
                </a:lnTo>
                <a:lnTo>
                  <a:pt x="235" y="225"/>
                </a:lnTo>
                <a:lnTo>
                  <a:pt x="237" y="239"/>
                </a:lnTo>
                <a:lnTo>
                  <a:pt x="234" y="256"/>
                </a:lnTo>
                <a:lnTo>
                  <a:pt x="225" y="270"/>
                </a:lnTo>
                <a:lnTo>
                  <a:pt x="211" y="279"/>
                </a:lnTo>
                <a:lnTo>
                  <a:pt x="193" y="282"/>
                </a:lnTo>
                <a:lnTo>
                  <a:pt x="182" y="280"/>
                </a:lnTo>
                <a:lnTo>
                  <a:pt x="170" y="275"/>
                </a:lnTo>
                <a:lnTo>
                  <a:pt x="159" y="414"/>
                </a:lnTo>
                <a:lnTo>
                  <a:pt x="138" y="415"/>
                </a:lnTo>
                <a:lnTo>
                  <a:pt x="155" y="287"/>
                </a:lnTo>
                <a:lnTo>
                  <a:pt x="138" y="254"/>
                </a:lnTo>
                <a:lnTo>
                  <a:pt x="135" y="255"/>
                </a:lnTo>
                <a:lnTo>
                  <a:pt x="129" y="255"/>
                </a:lnTo>
                <a:lnTo>
                  <a:pt x="122" y="254"/>
                </a:lnTo>
                <a:lnTo>
                  <a:pt x="115" y="251"/>
                </a:lnTo>
                <a:lnTo>
                  <a:pt x="109" y="258"/>
                </a:lnTo>
                <a:lnTo>
                  <a:pt x="100" y="263"/>
                </a:lnTo>
                <a:lnTo>
                  <a:pt x="90" y="265"/>
                </a:lnTo>
                <a:lnTo>
                  <a:pt x="77" y="263"/>
                </a:lnTo>
                <a:lnTo>
                  <a:pt x="68" y="256"/>
                </a:lnTo>
                <a:lnTo>
                  <a:pt x="61" y="247"/>
                </a:lnTo>
                <a:lnTo>
                  <a:pt x="59" y="234"/>
                </a:lnTo>
                <a:lnTo>
                  <a:pt x="59" y="230"/>
                </a:lnTo>
                <a:lnTo>
                  <a:pt x="62" y="220"/>
                </a:lnTo>
                <a:lnTo>
                  <a:pt x="41" y="213"/>
                </a:lnTo>
                <a:lnTo>
                  <a:pt x="25" y="200"/>
                </a:lnTo>
                <a:lnTo>
                  <a:pt x="11" y="184"/>
                </a:lnTo>
                <a:lnTo>
                  <a:pt x="3" y="165"/>
                </a:lnTo>
                <a:lnTo>
                  <a:pt x="0" y="143"/>
                </a:lnTo>
                <a:lnTo>
                  <a:pt x="2" y="122"/>
                </a:lnTo>
                <a:lnTo>
                  <a:pt x="10" y="102"/>
                </a:lnTo>
                <a:lnTo>
                  <a:pt x="23" y="86"/>
                </a:lnTo>
                <a:lnTo>
                  <a:pt x="39" y="74"/>
                </a:lnTo>
                <a:lnTo>
                  <a:pt x="59" y="66"/>
                </a:lnTo>
                <a:lnTo>
                  <a:pt x="79" y="63"/>
                </a:lnTo>
                <a:lnTo>
                  <a:pt x="95" y="66"/>
                </a:lnTo>
                <a:lnTo>
                  <a:pt x="110" y="70"/>
                </a:lnTo>
                <a:lnTo>
                  <a:pt x="124" y="78"/>
                </a:lnTo>
                <a:lnTo>
                  <a:pt x="128" y="57"/>
                </a:lnTo>
                <a:lnTo>
                  <a:pt x="136" y="38"/>
                </a:lnTo>
                <a:lnTo>
                  <a:pt x="148" y="23"/>
                </a:lnTo>
                <a:lnTo>
                  <a:pt x="165" y="10"/>
                </a:lnTo>
                <a:lnTo>
                  <a:pt x="184" y="2"/>
                </a:lnTo>
                <a:lnTo>
                  <a:pt x="20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07" name="Google Shape;907;p1"/>
          <p:cNvSpPr/>
          <p:nvPr/>
        </p:nvSpPr>
        <p:spPr>
          <a:xfrm>
            <a:off x="7286718" y="3733800"/>
            <a:ext cx="471487" cy="784225"/>
          </a:xfrm>
          <a:custGeom>
            <a:rect b="b" l="l" r="r" t="t"/>
            <a:pathLst>
              <a:path extrusionOk="0" h="494" w="297">
                <a:moveTo>
                  <a:pt x="117" y="330"/>
                </a:moveTo>
                <a:lnTo>
                  <a:pt x="119" y="371"/>
                </a:lnTo>
                <a:lnTo>
                  <a:pt x="135" y="355"/>
                </a:lnTo>
                <a:lnTo>
                  <a:pt x="127" y="348"/>
                </a:lnTo>
                <a:lnTo>
                  <a:pt x="120" y="340"/>
                </a:lnTo>
                <a:lnTo>
                  <a:pt x="117" y="330"/>
                </a:lnTo>
                <a:close/>
                <a:moveTo>
                  <a:pt x="105" y="296"/>
                </a:moveTo>
                <a:lnTo>
                  <a:pt x="104" y="297"/>
                </a:lnTo>
                <a:lnTo>
                  <a:pt x="105" y="299"/>
                </a:lnTo>
                <a:lnTo>
                  <a:pt x="106" y="303"/>
                </a:lnTo>
                <a:lnTo>
                  <a:pt x="106" y="296"/>
                </a:lnTo>
                <a:lnTo>
                  <a:pt x="105" y="296"/>
                </a:lnTo>
                <a:close/>
                <a:moveTo>
                  <a:pt x="128" y="273"/>
                </a:moveTo>
                <a:lnTo>
                  <a:pt x="123" y="284"/>
                </a:lnTo>
                <a:lnTo>
                  <a:pt x="113" y="292"/>
                </a:lnTo>
                <a:lnTo>
                  <a:pt x="116" y="315"/>
                </a:lnTo>
                <a:lnTo>
                  <a:pt x="119" y="303"/>
                </a:lnTo>
                <a:lnTo>
                  <a:pt x="126" y="292"/>
                </a:lnTo>
                <a:lnTo>
                  <a:pt x="135" y="284"/>
                </a:lnTo>
                <a:lnTo>
                  <a:pt x="147" y="280"/>
                </a:lnTo>
                <a:lnTo>
                  <a:pt x="146" y="277"/>
                </a:lnTo>
                <a:lnTo>
                  <a:pt x="143" y="276"/>
                </a:lnTo>
                <a:lnTo>
                  <a:pt x="142" y="274"/>
                </a:lnTo>
                <a:lnTo>
                  <a:pt x="133" y="274"/>
                </a:lnTo>
                <a:lnTo>
                  <a:pt x="128" y="273"/>
                </a:lnTo>
                <a:close/>
                <a:moveTo>
                  <a:pt x="154" y="150"/>
                </a:moveTo>
                <a:lnTo>
                  <a:pt x="153" y="152"/>
                </a:lnTo>
                <a:lnTo>
                  <a:pt x="156" y="152"/>
                </a:lnTo>
                <a:lnTo>
                  <a:pt x="156" y="150"/>
                </a:lnTo>
                <a:lnTo>
                  <a:pt x="154" y="150"/>
                </a:lnTo>
                <a:close/>
                <a:moveTo>
                  <a:pt x="132" y="0"/>
                </a:moveTo>
                <a:lnTo>
                  <a:pt x="151" y="3"/>
                </a:lnTo>
                <a:lnTo>
                  <a:pt x="170" y="11"/>
                </a:lnTo>
                <a:lnTo>
                  <a:pt x="185" y="24"/>
                </a:lnTo>
                <a:lnTo>
                  <a:pt x="198" y="38"/>
                </a:lnTo>
                <a:lnTo>
                  <a:pt x="206" y="57"/>
                </a:lnTo>
                <a:lnTo>
                  <a:pt x="208" y="78"/>
                </a:lnTo>
                <a:lnTo>
                  <a:pt x="206" y="94"/>
                </a:lnTo>
                <a:lnTo>
                  <a:pt x="201" y="109"/>
                </a:lnTo>
                <a:lnTo>
                  <a:pt x="216" y="111"/>
                </a:lnTo>
                <a:lnTo>
                  <a:pt x="229" y="118"/>
                </a:lnTo>
                <a:lnTo>
                  <a:pt x="238" y="128"/>
                </a:lnTo>
                <a:lnTo>
                  <a:pt x="245" y="142"/>
                </a:lnTo>
                <a:lnTo>
                  <a:pt x="262" y="152"/>
                </a:lnTo>
                <a:lnTo>
                  <a:pt x="276" y="165"/>
                </a:lnTo>
                <a:lnTo>
                  <a:pt x="287" y="182"/>
                </a:lnTo>
                <a:lnTo>
                  <a:pt x="294" y="200"/>
                </a:lnTo>
                <a:lnTo>
                  <a:pt x="297" y="221"/>
                </a:lnTo>
                <a:lnTo>
                  <a:pt x="293" y="244"/>
                </a:lnTo>
                <a:lnTo>
                  <a:pt x="285" y="265"/>
                </a:lnTo>
                <a:lnTo>
                  <a:pt x="271" y="282"/>
                </a:lnTo>
                <a:lnTo>
                  <a:pt x="254" y="296"/>
                </a:lnTo>
                <a:lnTo>
                  <a:pt x="233" y="304"/>
                </a:lnTo>
                <a:lnTo>
                  <a:pt x="210" y="307"/>
                </a:lnTo>
                <a:lnTo>
                  <a:pt x="199" y="307"/>
                </a:lnTo>
                <a:lnTo>
                  <a:pt x="194" y="306"/>
                </a:lnTo>
                <a:lnTo>
                  <a:pt x="195" y="312"/>
                </a:lnTo>
                <a:lnTo>
                  <a:pt x="196" y="319"/>
                </a:lnTo>
                <a:lnTo>
                  <a:pt x="193" y="335"/>
                </a:lnTo>
                <a:lnTo>
                  <a:pt x="185" y="349"/>
                </a:lnTo>
                <a:lnTo>
                  <a:pt x="171" y="357"/>
                </a:lnTo>
                <a:lnTo>
                  <a:pt x="156" y="360"/>
                </a:lnTo>
                <a:lnTo>
                  <a:pt x="150" y="360"/>
                </a:lnTo>
                <a:lnTo>
                  <a:pt x="146" y="359"/>
                </a:lnTo>
                <a:lnTo>
                  <a:pt x="141" y="357"/>
                </a:lnTo>
                <a:lnTo>
                  <a:pt x="120" y="386"/>
                </a:lnTo>
                <a:lnTo>
                  <a:pt x="128" y="493"/>
                </a:lnTo>
                <a:lnTo>
                  <a:pt x="106" y="494"/>
                </a:lnTo>
                <a:lnTo>
                  <a:pt x="106" y="322"/>
                </a:lnTo>
                <a:lnTo>
                  <a:pt x="101" y="335"/>
                </a:lnTo>
                <a:lnTo>
                  <a:pt x="91" y="346"/>
                </a:lnTo>
                <a:lnTo>
                  <a:pt x="79" y="353"/>
                </a:lnTo>
                <a:lnTo>
                  <a:pt x="65" y="356"/>
                </a:lnTo>
                <a:lnTo>
                  <a:pt x="48" y="352"/>
                </a:lnTo>
                <a:lnTo>
                  <a:pt x="34" y="343"/>
                </a:lnTo>
                <a:lnTo>
                  <a:pt x="25" y="329"/>
                </a:lnTo>
                <a:lnTo>
                  <a:pt x="21" y="312"/>
                </a:lnTo>
                <a:lnTo>
                  <a:pt x="21" y="307"/>
                </a:lnTo>
                <a:lnTo>
                  <a:pt x="22" y="304"/>
                </a:lnTo>
                <a:lnTo>
                  <a:pt x="23" y="299"/>
                </a:lnTo>
                <a:lnTo>
                  <a:pt x="11" y="291"/>
                </a:lnTo>
                <a:lnTo>
                  <a:pt x="4" y="280"/>
                </a:lnTo>
                <a:lnTo>
                  <a:pt x="0" y="265"/>
                </a:lnTo>
                <a:lnTo>
                  <a:pt x="3" y="252"/>
                </a:lnTo>
                <a:lnTo>
                  <a:pt x="8" y="241"/>
                </a:lnTo>
                <a:lnTo>
                  <a:pt x="17" y="233"/>
                </a:lnTo>
                <a:lnTo>
                  <a:pt x="28" y="228"/>
                </a:lnTo>
                <a:lnTo>
                  <a:pt x="20" y="214"/>
                </a:lnTo>
                <a:lnTo>
                  <a:pt x="17" y="198"/>
                </a:lnTo>
                <a:lnTo>
                  <a:pt x="20" y="179"/>
                </a:lnTo>
                <a:lnTo>
                  <a:pt x="29" y="165"/>
                </a:lnTo>
                <a:lnTo>
                  <a:pt x="43" y="154"/>
                </a:lnTo>
                <a:lnTo>
                  <a:pt x="60" y="149"/>
                </a:lnTo>
                <a:lnTo>
                  <a:pt x="59" y="149"/>
                </a:lnTo>
                <a:lnTo>
                  <a:pt x="63" y="134"/>
                </a:lnTo>
                <a:lnTo>
                  <a:pt x="70" y="123"/>
                </a:lnTo>
                <a:lnTo>
                  <a:pt x="61" y="109"/>
                </a:lnTo>
                <a:lnTo>
                  <a:pt x="57" y="94"/>
                </a:lnTo>
                <a:lnTo>
                  <a:pt x="55" y="78"/>
                </a:lnTo>
                <a:lnTo>
                  <a:pt x="57" y="57"/>
                </a:lnTo>
                <a:lnTo>
                  <a:pt x="65" y="38"/>
                </a:lnTo>
                <a:lnTo>
                  <a:pt x="78" y="24"/>
                </a:lnTo>
                <a:lnTo>
                  <a:pt x="93" y="11"/>
                </a:lnTo>
                <a:lnTo>
                  <a:pt x="111" y="3"/>
                </a:lnTo>
                <a:lnTo>
                  <a:pt x="132"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908" name="Google Shape;908;p1"/>
          <p:cNvGrpSpPr/>
          <p:nvPr/>
        </p:nvGrpSpPr>
        <p:grpSpPr>
          <a:xfrm>
            <a:off x="868403" y="3886194"/>
            <a:ext cx="364748" cy="590544"/>
            <a:chOff x="4722812" y="5133975"/>
            <a:chExt cx="500063" cy="809625"/>
          </a:xfrm>
        </p:grpSpPr>
        <p:sp>
          <p:nvSpPr>
            <p:cNvPr id="909" name="Google Shape;909;p1"/>
            <p:cNvSpPr/>
            <p:nvPr/>
          </p:nvSpPr>
          <p:spPr>
            <a:xfrm>
              <a:off x="4722812" y="5407025"/>
              <a:ext cx="500063" cy="5365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0" name="Google Shape;910;p1"/>
            <p:cNvSpPr/>
            <p:nvPr/>
          </p:nvSpPr>
          <p:spPr>
            <a:xfrm>
              <a:off x="4770437" y="5454650"/>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1" name="Google Shape;911;p1"/>
            <p:cNvSpPr/>
            <p:nvPr/>
          </p:nvSpPr>
          <p:spPr>
            <a:xfrm>
              <a:off x="4914899" y="5454650"/>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2" name="Google Shape;912;p1"/>
            <p:cNvSpPr/>
            <p:nvPr/>
          </p:nvSpPr>
          <p:spPr>
            <a:xfrm>
              <a:off x="5057774" y="5454650"/>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3" name="Google Shape;913;p1"/>
            <p:cNvSpPr/>
            <p:nvPr/>
          </p:nvSpPr>
          <p:spPr>
            <a:xfrm>
              <a:off x="4797424" y="5133975"/>
              <a:ext cx="352425" cy="2952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4" name="Google Shape;914;p1"/>
            <p:cNvSpPr/>
            <p:nvPr/>
          </p:nvSpPr>
          <p:spPr>
            <a:xfrm>
              <a:off x="4843462" y="5194300"/>
              <a:ext cx="115888"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5" name="Google Shape;915;p1"/>
            <p:cNvSpPr/>
            <p:nvPr/>
          </p:nvSpPr>
          <p:spPr>
            <a:xfrm>
              <a:off x="4986337" y="5194300"/>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6" name="Google Shape;916;p1"/>
            <p:cNvSpPr/>
            <p:nvPr/>
          </p:nvSpPr>
          <p:spPr>
            <a:xfrm>
              <a:off x="4770437" y="5635625"/>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7" name="Google Shape;917;p1"/>
            <p:cNvSpPr/>
            <p:nvPr/>
          </p:nvSpPr>
          <p:spPr>
            <a:xfrm>
              <a:off x="4914899" y="5635625"/>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8" name="Google Shape;918;p1"/>
            <p:cNvSpPr/>
            <p:nvPr/>
          </p:nvSpPr>
          <p:spPr>
            <a:xfrm>
              <a:off x="5057774" y="5635625"/>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919" name="Google Shape;919;p1"/>
          <p:cNvGrpSpPr/>
          <p:nvPr/>
        </p:nvGrpSpPr>
        <p:grpSpPr>
          <a:xfrm>
            <a:off x="4037012" y="2133600"/>
            <a:ext cx="1974190" cy="2295792"/>
            <a:chOff x="9513887" y="1371600"/>
            <a:chExt cx="3937000" cy="4578351"/>
          </a:xfrm>
        </p:grpSpPr>
        <p:sp>
          <p:nvSpPr>
            <p:cNvPr id="920" name="Google Shape;920;p1"/>
            <p:cNvSpPr/>
            <p:nvPr/>
          </p:nvSpPr>
          <p:spPr>
            <a:xfrm>
              <a:off x="11222037" y="2674938"/>
              <a:ext cx="501650" cy="3275013"/>
            </a:xfrm>
            <a:custGeom>
              <a:rect b="b" l="l" r="r" t="t"/>
              <a:pathLst>
                <a:path extrusionOk="0" h="2063" w="316">
                  <a:moveTo>
                    <a:pt x="0" y="0"/>
                  </a:moveTo>
                  <a:lnTo>
                    <a:pt x="316" y="237"/>
                  </a:lnTo>
                  <a:lnTo>
                    <a:pt x="316" y="2063"/>
                  </a:lnTo>
                  <a:lnTo>
                    <a:pt x="0" y="2063"/>
                  </a:lnTo>
                  <a:lnTo>
                    <a:pt x="0" y="0"/>
                  </a:lnTo>
                  <a:close/>
                </a:path>
              </a:pathLst>
            </a:custGeom>
            <a:solidFill>
              <a:schemeClr val="lt1">
                <a:alpha val="4980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21" name="Google Shape;921;p1"/>
            <p:cNvSpPr/>
            <p:nvPr/>
          </p:nvSpPr>
          <p:spPr>
            <a:xfrm>
              <a:off x="12212637" y="2043113"/>
              <a:ext cx="771525" cy="3906838"/>
            </a:xfrm>
            <a:custGeom>
              <a:rect b="b" l="l" r="r" t="t"/>
              <a:pathLst>
                <a:path extrusionOk="0" h="2461" w="486">
                  <a:moveTo>
                    <a:pt x="227" y="0"/>
                  </a:moveTo>
                  <a:lnTo>
                    <a:pt x="261" y="0"/>
                  </a:lnTo>
                  <a:lnTo>
                    <a:pt x="261" y="382"/>
                  </a:lnTo>
                  <a:lnTo>
                    <a:pt x="310" y="382"/>
                  </a:lnTo>
                  <a:lnTo>
                    <a:pt x="310" y="665"/>
                  </a:lnTo>
                  <a:lnTo>
                    <a:pt x="385" y="665"/>
                  </a:lnTo>
                  <a:lnTo>
                    <a:pt x="385" y="947"/>
                  </a:lnTo>
                  <a:lnTo>
                    <a:pt x="486" y="947"/>
                  </a:lnTo>
                  <a:lnTo>
                    <a:pt x="486" y="2461"/>
                  </a:lnTo>
                  <a:lnTo>
                    <a:pt x="0" y="2461"/>
                  </a:lnTo>
                  <a:lnTo>
                    <a:pt x="0" y="947"/>
                  </a:lnTo>
                  <a:lnTo>
                    <a:pt x="103" y="947"/>
                  </a:lnTo>
                  <a:lnTo>
                    <a:pt x="103" y="665"/>
                  </a:lnTo>
                  <a:lnTo>
                    <a:pt x="178" y="665"/>
                  </a:lnTo>
                  <a:lnTo>
                    <a:pt x="178" y="382"/>
                  </a:lnTo>
                  <a:lnTo>
                    <a:pt x="227" y="382"/>
                  </a:lnTo>
                  <a:lnTo>
                    <a:pt x="227" y="0"/>
                  </a:lnTo>
                  <a:close/>
                </a:path>
              </a:pathLst>
            </a:custGeom>
            <a:solidFill>
              <a:schemeClr val="lt1">
                <a:alpha val="4980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22" name="Google Shape;922;p1"/>
            <p:cNvSpPr/>
            <p:nvPr/>
          </p:nvSpPr>
          <p:spPr>
            <a:xfrm>
              <a:off x="12952412" y="2136775"/>
              <a:ext cx="498475" cy="3813175"/>
            </a:xfrm>
            <a:custGeom>
              <a:rect b="b" l="l" r="r" t="t"/>
              <a:pathLst>
                <a:path extrusionOk="0" h="2402" w="314">
                  <a:moveTo>
                    <a:pt x="0" y="0"/>
                  </a:moveTo>
                  <a:lnTo>
                    <a:pt x="32" y="0"/>
                  </a:lnTo>
                  <a:lnTo>
                    <a:pt x="32" y="363"/>
                  </a:lnTo>
                  <a:lnTo>
                    <a:pt x="314" y="576"/>
                  </a:lnTo>
                  <a:lnTo>
                    <a:pt x="314" y="2402"/>
                  </a:lnTo>
                  <a:lnTo>
                    <a:pt x="0" y="2402"/>
                  </a:lnTo>
                  <a:lnTo>
                    <a:pt x="0" y="0"/>
                  </a:lnTo>
                  <a:close/>
                </a:path>
              </a:pathLst>
            </a:custGeom>
            <a:solidFill>
              <a:schemeClr val="lt1">
                <a:alpha val="4980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23" name="Google Shape;923;p1"/>
            <p:cNvSpPr/>
            <p:nvPr/>
          </p:nvSpPr>
          <p:spPr>
            <a:xfrm>
              <a:off x="9513887" y="1371600"/>
              <a:ext cx="768350" cy="4578350"/>
            </a:xfrm>
            <a:custGeom>
              <a:rect b="b" l="l" r="r" t="t"/>
              <a:pathLst>
                <a:path extrusionOk="0" h="2884" w="484">
                  <a:moveTo>
                    <a:pt x="305" y="0"/>
                  </a:moveTo>
                  <a:lnTo>
                    <a:pt x="322" y="0"/>
                  </a:lnTo>
                  <a:lnTo>
                    <a:pt x="322" y="407"/>
                  </a:lnTo>
                  <a:lnTo>
                    <a:pt x="409" y="407"/>
                  </a:lnTo>
                  <a:lnTo>
                    <a:pt x="409" y="731"/>
                  </a:lnTo>
                  <a:lnTo>
                    <a:pt x="484" y="731"/>
                  </a:lnTo>
                  <a:lnTo>
                    <a:pt x="484" y="2884"/>
                  </a:lnTo>
                  <a:lnTo>
                    <a:pt x="0" y="2884"/>
                  </a:lnTo>
                  <a:lnTo>
                    <a:pt x="0" y="1014"/>
                  </a:lnTo>
                  <a:lnTo>
                    <a:pt x="144" y="1077"/>
                  </a:lnTo>
                  <a:lnTo>
                    <a:pt x="144" y="731"/>
                  </a:lnTo>
                  <a:lnTo>
                    <a:pt x="219" y="731"/>
                  </a:lnTo>
                  <a:lnTo>
                    <a:pt x="219" y="407"/>
                  </a:lnTo>
                  <a:lnTo>
                    <a:pt x="305" y="407"/>
                  </a:lnTo>
                  <a:lnTo>
                    <a:pt x="305" y="0"/>
                  </a:lnTo>
                  <a:close/>
                </a:path>
              </a:pathLst>
            </a:custGeom>
            <a:solidFill>
              <a:schemeClr val="lt1">
                <a:alpha val="4980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924" name="Google Shape;924;p1"/>
          <p:cNvSpPr txBox="1"/>
          <p:nvPr/>
        </p:nvSpPr>
        <p:spPr>
          <a:xfrm>
            <a:off x="3046412" y="5715000"/>
            <a:ext cx="6705600" cy="6463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rgbClr val="3F3F3F"/>
                </a:solidFill>
                <a:latin typeface="Arial"/>
                <a:ea typeface="Arial"/>
                <a:cs typeface="Arial"/>
                <a:sym typeface="Arial"/>
              </a:rPr>
              <a:t>An Mai</a:t>
            </a:r>
            <a:endParaRPr/>
          </a:p>
          <a:p>
            <a:pPr indent="0" lvl="0" marL="0" marR="0" rtl="0" algn="r">
              <a:spcBef>
                <a:spcPts val="0"/>
              </a:spcBef>
              <a:spcAft>
                <a:spcPts val="0"/>
              </a:spcAft>
              <a:buNone/>
            </a:pPr>
            <a:r>
              <a:rPr lang="en-US" sz="1800">
                <a:solidFill>
                  <a:srgbClr val="3F3F3F"/>
                </a:solidFill>
                <a:latin typeface="Arial"/>
                <a:ea typeface="Arial"/>
                <a:cs typeface="Arial"/>
                <a:sym typeface="Arial"/>
              </a:rPr>
              <a:t>credit to Quang Vu (Aduro)</a:t>
            </a:r>
            <a:endParaRPr sz="1800">
              <a:solidFill>
                <a:srgbClr val="3F3F3F"/>
              </a:solidFill>
              <a:latin typeface="Arial"/>
              <a:ea typeface="Arial"/>
              <a:cs typeface="Arial"/>
              <a:sym typeface="Arial"/>
            </a:endParaRPr>
          </a:p>
        </p:txBody>
      </p:sp>
      <p:grpSp>
        <p:nvGrpSpPr>
          <p:cNvPr id="925" name="Google Shape;925;p1"/>
          <p:cNvGrpSpPr/>
          <p:nvPr/>
        </p:nvGrpSpPr>
        <p:grpSpPr>
          <a:xfrm rot="-284446">
            <a:off x="6780212" y="1066800"/>
            <a:ext cx="1572976" cy="403360"/>
            <a:chOff x="2925594" y="2438400"/>
            <a:chExt cx="5757518" cy="1476407"/>
          </a:xfrm>
        </p:grpSpPr>
        <p:sp>
          <p:nvSpPr>
            <p:cNvPr id="926" name="Google Shape;926;p1"/>
            <p:cNvSpPr/>
            <p:nvPr/>
          </p:nvSpPr>
          <p:spPr>
            <a:xfrm>
              <a:off x="2925594" y="2438400"/>
              <a:ext cx="5757518" cy="1476407"/>
            </a:xfrm>
            <a:custGeom>
              <a:rect b="b" l="l" r="r" t="t"/>
              <a:pathLst>
                <a:path extrusionOk="0" h="1575" w="6142">
                  <a:moveTo>
                    <a:pt x="4874" y="0"/>
                  </a:moveTo>
                  <a:lnTo>
                    <a:pt x="4932" y="2"/>
                  </a:lnTo>
                  <a:lnTo>
                    <a:pt x="4993" y="11"/>
                  </a:lnTo>
                  <a:lnTo>
                    <a:pt x="5051" y="30"/>
                  </a:lnTo>
                  <a:lnTo>
                    <a:pt x="5107" y="56"/>
                  </a:lnTo>
                  <a:lnTo>
                    <a:pt x="5162" y="91"/>
                  </a:lnTo>
                  <a:lnTo>
                    <a:pt x="5214" y="137"/>
                  </a:lnTo>
                  <a:lnTo>
                    <a:pt x="5260" y="195"/>
                  </a:lnTo>
                  <a:lnTo>
                    <a:pt x="5265" y="198"/>
                  </a:lnTo>
                  <a:lnTo>
                    <a:pt x="5277" y="202"/>
                  </a:lnTo>
                  <a:lnTo>
                    <a:pt x="5295" y="212"/>
                  </a:lnTo>
                  <a:lnTo>
                    <a:pt x="5318" y="226"/>
                  </a:lnTo>
                  <a:lnTo>
                    <a:pt x="5342" y="244"/>
                  </a:lnTo>
                  <a:lnTo>
                    <a:pt x="5365" y="265"/>
                  </a:lnTo>
                  <a:lnTo>
                    <a:pt x="5384" y="293"/>
                  </a:lnTo>
                  <a:lnTo>
                    <a:pt x="5400" y="324"/>
                  </a:lnTo>
                  <a:lnTo>
                    <a:pt x="5407" y="359"/>
                  </a:lnTo>
                  <a:lnTo>
                    <a:pt x="5407" y="398"/>
                  </a:lnTo>
                  <a:lnTo>
                    <a:pt x="5400" y="431"/>
                  </a:lnTo>
                  <a:lnTo>
                    <a:pt x="5388" y="468"/>
                  </a:lnTo>
                  <a:lnTo>
                    <a:pt x="5370" y="508"/>
                  </a:lnTo>
                  <a:lnTo>
                    <a:pt x="5344" y="552"/>
                  </a:lnTo>
                  <a:lnTo>
                    <a:pt x="5311" y="599"/>
                  </a:lnTo>
                  <a:lnTo>
                    <a:pt x="5272" y="645"/>
                  </a:lnTo>
                  <a:lnTo>
                    <a:pt x="5223" y="694"/>
                  </a:lnTo>
                  <a:lnTo>
                    <a:pt x="5162" y="743"/>
                  </a:lnTo>
                  <a:lnTo>
                    <a:pt x="5095" y="792"/>
                  </a:lnTo>
                  <a:lnTo>
                    <a:pt x="5016" y="841"/>
                  </a:lnTo>
                  <a:lnTo>
                    <a:pt x="4925" y="888"/>
                  </a:lnTo>
                  <a:lnTo>
                    <a:pt x="4820" y="932"/>
                  </a:lnTo>
                  <a:lnTo>
                    <a:pt x="4706" y="974"/>
                  </a:lnTo>
                  <a:lnTo>
                    <a:pt x="4576" y="1013"/>
                  </a:lnTo>
                  <a:lnTo>
                    <a:pt x="4932" y="1065"/>
                  </a:lnTo>
                  <a:lnTo>
                    <a:pt x="4939" y="1062"/>
                  </a:lnTo>
                  <a:lnTo>
                    <a:pt x="4955" y="1055"/>
                  </a:lnTo>
                  <a:lnTo>
                    <a:pt x="4981" y="1048"/>
                  </a:lnTo>
                  <a:lnTo>
                    <a:pt x="5016" y="1039"/>
                  </a:lnTo>
                  <a:lnTo>
                    <a:pt x="5055" y="1032"/>
                  </a:lnTo>
                  <a:lnTo>
                    <a:pt x="5097" y="1027"/>
                  </a:lnTo>
                  <a:lnTo>
                    <a:pt x="5144" y="1030"/>
                  </a:lnTo>
                  <a:lnTo>
                    <a:pt x="5190" y="1037"/>
                  </a:lnTo>
                  <a:lnTo>
                    <a:pt x="5237" y="1053"/>
                  </a:lnTo>
                  <a:lnTo>
                    <a:pt x="5279" y="1081"/>
                  </a:lnTo>
                  <a:lnTo>
                    <a:pt x="5342" y="1153"/>
                  </a:lnTo>
                  <a:lnTo>
                    <a:pt x="5349" y="1153"/>
                  </a:lnTo>
                  <a:lnTo>
                    <a:pt x="5370" y="1156"/>
                  </a:lnTo>
                  <a:lnTo>
                    <a:pt x="5402" y="1160"/>
                  </a:lnTo>
                  <a:lnTo>
                    <a:pt x="5442" y="1165"/>
                  </a:lnTo>
                  <a:lnTo>
                    <a:pt x="5493" y="1172"/>
                  </a:lnTo>
                  <a:lnTo>
                    <a:pt x="5549" y="1179"/>
                  </a:lnTo>
                  <a:lnTo>
                    <a:pt x="5612" y="1188"/>
                  </a:lnTo>
                  <a:lnTo>
                    <a:pt x="5675" y="1195"/>
                  </a:lnTo>
                  <a:lnTo>
                    <a:pt x="5742" y="1204"/>
                  </a:lnTo>
                  <a:lnTo>
                    <a:pt x="5872" y="1223"/>
                  </a:lnTo>
                  <a:lnTo>
                    <a:pt x="5933" y="1232"/>
                  </a:lnTo>
                  <a:lnTo>
                    <a:pt x="5986" y="1239"/>
                  </a:lnTo>
                  <a:lnTo>
                    <a:pt x="6035" y="1246"/>
                  </a:lnTo>
                  <a:lnTo>
                    <a:pt x="6075" y="1253"/>
                  </a:lnTo>
                  <a:lnTo>
                    <a:pt x="6105" y="1260"/>
                  </a:lnTo>
                  <a:lnTo>
                    <a:pt x="6124" y="1265"/>
                  </a:lnTo>
                  <a:lnTo>
                    <a:pt x="6140" y="1272"/>
                  </a:lnTo>
                  <a:lnTo>
                    <a:pt x="6142" y="1279"/>
                  </a:lnTo>
                  <a:lnTo>
                    <a:pt x="6133" y="1286"/>
                  </a:lnTo>
                  <a:lnTo>
                    <a:pt x="6114" y="1293"/>
                  </a:lnTo>
                  <a:lnTo>
                    <a:pt x="6091" y="1298"/>
                  </a:lnTo>
                  <a:lnTo>
                    <a:pt x="6063" y="1300"/>
                  </a:lnTo>
                  <a:lnTo>
                    <a:pt x="6014" y="1300"/>
                  </a:lnTo>
                  <a:lnTo>
                    <a:pt x="5386" y="1286"/>
                  </a:lnTo>
                  <a:lnTo>
                    <a:pt x="5384" y="1291"/>
                  </a:lnTo>
                  <a:lnTo>
                    <a:pt x="5377" y="1307"/>
                  </a:lnTo>
                  <a:lnTo>
                    <a:pt x="5367" y="1328"/>
                  </a:lnTo>
                  <a:lnTo>
                    <a:pt x="5353" y="1356"/>
                  </a:lnTo>
                  <a:lnTo>
                    <a:pt x="5335" y="1386"/>
                  </a:lnTo>
                  <a:lnTo>
                    <a:pt x="5314" y="1417"/>
                  </a:lnTo>
                  <a:lnTo>
                    <a:pt x="5288" y="1449"/>
                  </a:lnTo>
                  <a:lnTo>
                    <a:pt x="5260" y="1477"/>
                  </a:lnTo>
                  <a:lnTo>
                    <a:pt x="5228" y="1503"/>
                  </a:lnTo>
                  <a:lnTo>
                    <a:pt x="5183" y="1526"/>
                  </a:lnTo>
                  <a:lnTo>
                    <a:pt x="5135" y="1545"/>
                  </a:lnTo>
                  <a:lnTo>
                    <a:pt x="5079" y="1561"/>
                  </a:lnTo>
                  <a:lnTo>
                    <a:pt x="5018" y="1573"/>
                  </a:lnTo>
                  <a:lnTo>
                    <a:pt x="4955" y="1575"/>
                  </a:lnTo>
                  <a:lnTo>
                    <a:pt x="4888" y="1570"/>
                  </a:lnTo>
                  <a:lnTo>
                    <a:pt x="4823" y="1556"/>
                  </a:lnTo>
                  <a:lnTo>
                    <a:pt x="4755" y="1528"/>
                  </a:lnTo>
                  <a:lnTo>
                    <a:pt x="4704" y="1498"/>
                  </a:lnTo>
                  <a:lnTo>
                    <a:pt x="4669" y="1468"/>
                  </a:lnTo>
                  <a:lnTo>
                    <a:pt x="4648" y="1438"/>
                  </a:lnTo>
                  <a:lnTo>
                    <a:pt x="4636" y="1405"/>
                  </a:lnTo>
                  <a:lnTo>
                    <a:pt x="4636" y="1375"/>
                  </a:lnTo>
                  <a:lnTo>
                    <a:pt x="4643" y="1342"/>
                  </a:lnTo>
                  <a:lnTo>
                    <a:pt x="4655" y="1312"/>
                  </a:lnTo>
                  <a:lnTo>
                    <a:pt x="4671" y="1279"/>
                  </a:lnTo>
                  <a:lnTo>
                    <a:pt x="4690" y="1249"/>
                  </a:lnTo>
                  <a:lnTo>
                    <a:pt x="4092" y="1237"/>
                  </a:lnTo>
                  <a:lnTo>
                    <a:pt x="4087" y="1239"/>
                  </a:lnTo>
                  <a:lnTo>
                    <a:pt x="4071" y="1246"/>
                  </a:lnTo>
                  <a:lnTo>
                    <a:pt x="4048" y="1258"/>
                  </a:lnTo>
                  <a:lnTo>
                    <a:pt x="4015" y="1272"/>
                  </a:lnTo>
                  <a:lnTo>
                    <a:pt x="3978" y="1286"/>
                  </a:lnTo>
                  <a:lnTo>
                    <a:pt x="3934" y="1300"/>
                  </a:lnTo>
                  <a:lnTo>
                    <a:pt x="3885" y="1309"/>
                  </a:lnTo>
                  <a:lnTo>
                    <a:pt x="3834" y="1319"/>
                  </a:lnTo>
                  <a:lnTo>
                    <a:pt x="3780" y="1321"/>
                  </a:lnTo>
                  <a:lnTo>
                    <a:pt x="3726" y="1319"/>
                  </a:lnTo>
                  <a:lnTo>
                    <a:pt x="3673" y="1309"/>
                  </a:lnTo>
                  <a:lnTo>
                    <a:pt x="3666" y="1312"/>
                  </a:lnTo>
                  <a:lnTo>
                    <a:pt x="3650" y="1319"/>
                  </a:lnTo>
                  <a:lnTo>
                    <a:pt x="3622" y="1328"/>
                  </a:lnTo>
                  <a:lnTo>
                    <a:pt x="3584" y="1340"/>
                  </a:lnTo>
                  <a:lnTo>
                    <a:pt x="3540" y="1354"/>
                  </a:lnTo>
                  <a:lnTo>
                    <a:pt x="3491" y="1370"/>
                  </a:lnTo>
                  <a:lnTo>
                    <a:pt x="3438" y="1389"/>
                  </a:lnTo>
                  <a:lnTo>
                    <a:pt x="3380" y="1405"/>
                  </a:lnTo>
                  <a:lnTo>
                    <a:pt x="3263" y="1442"/>
                  </a:lnTo>
                  <a:lnTo>
                    <a:pt x="3205" y="1458"/>
                  </a:lnTo>
                  <a:lnTo>
                    <a:pt x="3152" y="1472"/>
                  </a:lnTo>
                  <a:lnTo>
                    <a:pt x="3100" y="1486"/>
                  </a:lnTo>
                  <a:lnTo>
                    <a:pt x="3056" y="1496"/>
                  </a:lnTo>
                  <a:lnTo>
                    <a:pt x="3019" y="1503"/>
                  </a:lnTo>
                  <a:lnTo>
                    <a:pt x="2956" y="1510"/>
                  </a:lnTo>
                  <a:lnTo>
                    <a:pt x="2882" y="1512"/>
                  </a:lnTo>
                  <a:lnTo>
                    <a:pt x="2800" y="1510"/>
                  </a:lnTo>
                  <a:lnTo>
                    <a:pt x="2714" y="1503"/>
                  </a:lnTo>
                  <a:lnTo>
                    <a:pt x="2623" y="1493"/>
                  </a:lnTo>
                  <a:lnTo>
                    <a:pt x="2535" y="1477"/>
                  </a:lnTo>
                  <a:lnTo>
                    <a:pt x="2449" y="1454"/>
                  </a:lnTo>
                  <a:lnTo>
                    <a:pt x="2367" y="1428"/>
                  </a:lnTo>
                  <a:lnTo>
                    <a:pt x="2295" y="1393"/>
                  </a:lnTo>
                  <a:lnTo>
                    <a:pt x="2256" y="1375"/>
                  </a:lnTo>
                  <a:lnTo>
                    <a:pt x="2204" y="1356"/>
                  </a:lnTo>
                  <a:lnTo>
                    <a:pt x="2146" y="1337"/>
                  </a:lnTo>
                  <a:lnTo>
                    <a:pt x="2079" y="1319"/>
                  </a:lnTo>
                  <a:lnTo>
                    <a:pt x="2006" y="1300"/>
                  </a:lnTo>
                  <a:lnTo>
                    <a:pt x="1930" y="1281"/>
                  </a:lnTo>
                  <a:lnTo>
                    <a:pt x="1851" y="1263"/>
                  </a:lnTo>
                  <a:lnTo>
                    <a:pt x="1769" y="1246"/>
                  </a:lnTo>
                  <a:lnTo>
                    <a:pt x="1690" y="1230"/>
                  </a:lnTo>
                  <a:lnTo>
                    <a:pt x="1611" y="1216"/>
                  </a:lnTo>
                  <a:lnTo>
                    <a:pt x="1536" y="1202"/>
                  </a:lnTo>
                  <a:lnTo>
                    <a:pt x="1467" y="1190"/>
                  </a:lnTo>
                  <a:lnTo>
                    <a:pt x="1401" y="1179"/>
                  </a:lnTo>
                  <a:lnTo>
                    <a:pt x="1346" y="1170"/>
                  </a:lnTo>
                  <a:lnTo>
                    <a:pt x="1301" y="1163"/>
                  </a:lnTo>
                  <a:lnTo>
                    <a:pt x="1266" y="1158"/>
                  </a:lnTo>
                  <a:lnTo>
                    <a:pt x="1243" y="1153"/>
                  </a:lnTo>
                  <a:lnTo>
                    <a:pt x="1236" y="1153"/>
                  </a:lnTo>
                  <a:lnTo>
                    <a:pt x="1306" y="1111"/>
                  </a:lnTo>
                  <a:lnTo>
                    <a:pt x="2211" y="1137"/>
                  </a:lnTo>
                  <a:lnTo>
                    <a:pt x="2190" y="957"/>
                  </a:lnTo>
                  <a:lnTo>
                    <a:pt x="2181" y="957"/>
                  </a:lnTo>
                  <a:lnTo>
                    <a:pt x="1974" y="934"/>
                  </a:lnTo>
                  <a:lnTo>
                    <a:pt x="1932" y="1013"/>
                  </a:lnTo>
                  <a:lnTo>
                    <a:pt x="1788" y="999"/>
                  </a:lnTo>
                  <a:lnTo>
                    <a:pt x="1846" y="909"/>
                  </a:lnTo>
                  <a:lnTo>
                    <a:pt x="1394" y="836"/>
                  </a:lnTo>
                  <a:lnTo>
                    <a:pt x="1273" y="916"/>
                  </a:lnTo>
                  <a:lnTo>
                    <a:pt x="1148" y="888"/>
                  </a:lnTo>
                  <a:lnTo>
                    <a:pt x="1236" y="808"/>
                  </a:lnTo>
                  <a:lnTo>
                    <a:pt x="0" y="589"/>
                  </a:lnTo>
                  <a:lnTo>
                    <a:pt x="152" y="510"/>
                  </a:lnTo>
                  <a:lnTo>
                    <a:pt x="2162" y="710"/>
                  </a:lnTo>
                  <a:lnTo>
                    <a:pt x="2102" y="209"/>
                  </a:lnTo>
                  <a:lnTo>
                    <a:pt x="2058" y="170"/>
                  </a:lnTo>
                  <a:lnTo>
                    <a:pt x="2216" y="135"/>
                  </a:lnTo>
                  <a:lnTo>
                    <a:pt x="2218" y="139"/>
                  </a:lnTo>
                  <a:lnTo>
                    <a:pt x="2228" y="156"/>
                  </a:lnTo>
                  <a:lnTo>
                    <a:pt x="2239" y="181"/>
                  </a:lnTo>
                  <a:lnTo>
                    <a:pt x="2256" y="212"/>
                  </a:lnTo>
                  <a:lnTo>
                    <a:pt x="2276" y="251"/>
                  </a:lnTo>
                  <a:lnTo>
                    <a:pt x="2300" y="296"/>
                  </a:lnTo>
                  <a:lnTo>
                    <a:pt x="2323" y="342"/>
                  </a:lnTo>
                  <a:lnTo>
                    <a:pt x="2379" y="445"/>
                  </a:lnTo>
                  <a:lnTo>
                    <a:pt x="2409" y="496"/>
                  </a:lnTo>
                  <a:lnTo>
                    <a:pt x="2465" y="594"/>
                  </a:lnTo>
                  <a:lnTo>
                    <a:pt x="2493" y="636"/>
                  </a:lnTo>
                  <a:lnTo>
                    <a:pt x="2519" y="675"/>
                  </a:lnTo>
                  <a:lnTo>
                    <a:pt x="2542" y="708"/>
                  </a:lnTo>
                  <a:lnTo>
                    <a:pt x="2563" y="734"/>
                  </a:lnTo>
                  <a:lnTo>
                    <a:pt x="2579" y="750"/>
                  </a:lnTo>
                  <a:lnTo>
                    <a:pt x="2775" y="766"/>
                  </a:lnTo>
                  <a:lnTo>
                    <a:pt x="2779" y="764"/>
                  </a:lnTo>
                  <a:lnTo>
                    <a:pt x="2793" y="755"/>
                  </a:lnTo>
                  <a:lnTo>
                    <a:pt x="2816" y="743"/>
                  </a:lnTo>
                  <a:lnTo>
                    <a:pt x="2847" y="729"/>
                  </a:lnTo>
                  <a:lnTo>
                    <a:pt x="2884" y="717"/>
                  </a:lnTo>
                  <a:lnTo>
                    <a:pt x="2926" y="706"/>
                  </a:lnTo>
                  <a:lnTo>
                    <a:pt x="2975" y="696"/>
                  </a:lnTo>
                  <a:lnTo>
                    <a:pt x="3026" y="694"/>
                  </a:lnTo>
                  <a:lnTo>
                    <a:pt x="3033" y="692"/>
                  </a:lnTo>
                  <a:lnTo>
                    <a:pt x="3049" y="685"/>
                  </a:lnTo>
                  <a:lnTo>
                    <a:pt x="3077" y="673"/>
                  </a:lnTo>
                  <a:lnTo>
                    <a:pt x="3114" y="657"/>
                  </a:lnTo>
                  <a:lnTo>
                    <a:pt x="3161" y="638"/>
                  </a:lnTo>
                  <a:lnTo>
                    <a:pt x="3217" y="617"/>
                  </a:lnTo>
                  <a:lnTo>
                    <a:pt x="3277" y="592"/>
                  </a:lnTo>
                  <a:lnTo>
                    <a:pt x="3345" y="564"/>
                  </a:lnTo>
                  <a:lnTo>
                    <a:pt x="3417" y="533"/>
                  </a:lnTo>
                  <a:lnTo>
                    <a:pt x="3494" y="503"/>
                  </a:lnTo>
                  <a:lnTo>
                    <a:pt x="3573" y="470"/>
                  </a:lnTo>
                  <a:lnTo>
                    <a:pt x="3824" y="366"/>
                  </a:lnTo>
                  <a:lnTo>
                    <a:pt x="3910" y="331"/>
                  </a:lnTo>
                  <a:lnTo>
                    <a:pt x="3994" y="298"/>
                  </a:lnTo>
                  <a:lnTo>
                    <a:pt x="4076" y="263"/>
                  </a:lnTo>
                  <a:lnTo>
                    <a:pt x="4155" y="230"/>
                  </a:lnTo>
                  <a:lnTo>
                    <a:pt x="4229" y="200"/>
                  </a:lnTo>
                  <a:lnTo>
                    <a:pt x="4299" y="172"/>
                  </a:lnTo>
                  <a:lnTo>
                    <a:pt x="4364" y="144"/>
                  </a:lnTo>
                  <a:lnTo>
                    <a:pt x="4422" y="121"/>
                  </a:lnTo>
                  <a:lnTo>
                    <a:pt x="4474" y="100"/>
                  </a:lnTo>
                  <a:lnTo>
                    <a:pt x="4515" y="84"/>
                  </a:lnTo>
                  <a:lnTo>
                    <a:pt x="4574" y="60"/>
                  </a:lnTo>
                  <a:lnTo>
                    <a:pt x="4613" y="46"/>
                  </a:lnTo>
                  <a:lnTo>
                    <a:pt x="4657" y="32"/>
                  </a:lnTo>
                  <a:lnTo>
                    <a:pt x="4706" y="18"/>
                  </a:lnTo>
                  <a:lnTo>
                    <a:pt x="4760" y="9"/>
                  </a:lnTo>
                  <a:lnTo>
                    <a:pt x="4816" y="2"/>
                  </a:lnTo>
                  <a:lnTo>
                    <a:pt x="4874"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27" name="Google Shape;927;p1"/>
            <p:cNvSpPr/>
            <p:nvPr/>
          </p:nvSpPr>
          <p:spPr>
            <a:xfrm>
              <a:off x="5648745" y="3169573"/>
              <a:ext cx="241849" cy="329965"/>
            </a:xfrm>
            <a:custGeom>
              <a:rect b="b" l="l" r="r" t="t"/>
              <a:pathLst>
                <a:path extrusionOk="0" h="352" w="258">
                  <a:moveTo>
                    <a:pt x="65" y="0"/>
                  </a:moveTo>
                  <a:lnTo>
                    <a:pt x="86" y="0"/>
                  </a:lnTo>
                  <a:lnTo>
                    <a:pt x="109" y="3"/>
                  </a:lnTo>
                  <a:lnTo>
                    <a:pt x="133" y="10"/>
                  </a:lnTo>
                  <a:lnTo>
                    <a:pt x="153" y="21"/>
                  </a:lnTo>
                  <a:lnTo>
                    <a:pt x="174" y="35"/>
                  </a:lnTo>
                  <a:lnTo>
                    <a:pt x="205" y="66"/>
                  </a:lnTo>
                  <a:lnTo>
                    <a:pt x="228" y="103"/>
                  </a:lnTo>
                  <a:lnTo>
                    <a:pt x="244" y="147"/>
                  </a:lnTo>
                  <a:lnTo>
                    <a:pt x="256" y="194"/>
                  </a:lnTo>
                  <a:lnTo>
                    <a:pt x="258" y="243"/>
                  </a:lnTo>
                  <a:lnTo>
                    <a:pt x="254" y="292"/>
                  </a:lnTo>
                  <a:lnTo>
                    <a:pt x="244" y="317"/>
                  </a:lnTo>
                  <a:lnTo>
                    <a:pt x="230" y="336"/>
                  </a:lnTo>
                  <a:lnTo>
                    <a:pt x="214" y="345"/>
                  </a:lnTo>
                  <a:lnTo>
                    <a:pt x="198" y="352"/>
                  </a:lnTo>
                  <a:lnTo>
                    <a:pt x="179" y="352"/>
                  </a:lnTo>
                  <a:lnTo>
                    <a:pt x="163" y="350"/>
                  </a:lnTo>
                  <a:lnTo>
                    <a:pt x="149" y="348"/>
                  </a:lnTo>
                  <a:lnTo>
                    <a:pt x="140" y="345"/>
                  </a:lnTo>
                  <a:lnTo>
                    <a:pt x="137" y="343"/>
                  </a:lnTo>
                  <a:lnTo>
                    <a:pt x="119" y="334"/>
                  </a:lnTo>
                  <a:lnTo>
                    <a:pt x="100" y="320"/>
                  </a:lnTo>
                  <a:lnTo>
                    <a:pt x="77" y="301"/>
                  </a:lnTo>
                  <a:lnTo>
                    <a:pt x="53" y="278"/>
                  </a:lnTo>
                  <a:lnTo>
                    <a:pt x="32" y="247"/>
                  </a:lnTo>
                  <a:lnTo>
                    <a:pt x="14" y="210"/>
                  </a:lnTo>
                  <a:lnTo>
                    <a:pt x="2" y="168"/>
                  </a:lnTo>
                  <a:lnTo>
                    <a:pt x="0" y="119"/>
                  </a:lnTo>
                  <a:lnTo>
                    <a:pt x="5" y="77"/>
                  </a:lnTo>
                  <a:lnTo>
                    <a:pt x="14" y="47"/>
                  </a:lnTo>
                  <a:lnTo>
                    <a:pt x="28" y="24"/>
                  </a:lnTo>
                  <a:lnTo>
                    <a:pt x="46" y="10"/>
                  </a:lnTo>
                  <a:lnTo>
                    <a:pt x="65"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28" name="Google Shape;928;p1"/>
            <p:cNvSpPr/>
            <p:nvPr/>
          </p:nvSpPr>
          <p:spPr>
            <a:xfrm>
              <a:off x="7616350" y="3471416"/>
              <a:ext cx="257786" cy="312155"/>
            </a:xfrm>
            <a:custGeom>
              <a:rect b="b" l="l" r="r" t="t"/>
              <a:pathLst>
                <a:path extrusionOk="0" h="333" w="275">
                  <a:moveTo>
                    <a:pt x="100" y="0"/>
                  </a:moveTo>
                  <a:lnTo>
                    <a:pt x="117" y="0"/>
                  </a:lnTo>
                  <a:lnTo>
                    <a:pt x="128" y="2"/>
                  </a:lnTo>
                  <a:lnTo>
                    <a:pt x="133" y="2"/>
                  </a:lnTo>
                  <a:lnTo>
                    <a:pt x="165" y="14"/>
                  </a:lnTo>
                  <a:lnTo>
                    <a:pt x="196" y="35"/>
                  </a:lnTo>
                  <a:lnTo>
                    <a:pt x="219" y="63"/>
                  </a:lnTo>
                  <a:lnTo>
                    <a:pt x="240" y="98"/>
                  </a:lnTo>
                  <a:lnTo>
                    <a:pt x="256" y="133"/>
                  </a:lnTo>
                  <a:lnTo>
                    <a:pt x="266" y="170"/>
                  </a:lnTo>
                  <a:lnTo>
                    <a:pt x="273" y="205"/>
                  </a:lnTo>
                  <a:lnTo>
                    <a:pt x="275" y="235"/>
                  </a:lnTo>
                  <a:lnTo>
                    <a:pt x="270" y="266"/>
                  </a:lnTo>
                  <a:lnTo>
                    <a:pt x="256" y="291"/>
                  </a:lnTo>
                  <a:lnTo>
                    <a:pt x="233" y="315"/>
                  </a:lnTo>
                  <a:lnTo>
                    <a:pt x="205" y="329"/>
                  </a:lnTo>
                  <a:lnTo>
                    <a:pt x="172" y="333"/>
                  </a:lnTo>
                  <a:lnTo>
                    <a:pt x="138" y="329"/>
                  </a:lnTo>
                  <a:lnTo>
                    <a:pt x="103" y="308"/>
                  </a:lnTo>
                  <a:lnTo>
                    <a:pt x="58" y="268"/>
                  </a:lnTo>
                  <a:lnTo>
                    <a:pt x="26" y="226"/>
                  </a:lnTo>
                  <a:lnTo>
                    <a:pt x="5" y="179"/>
                  </a:lnTo>
                  <a:lnTo>
                    <a:pt x="0" y="130"/>
                  </a:lnTo>
                  <a:lnTo>
                    <a:pt x="7" y="75"/>
                  </a:lnTo>
                  <a:lnTo>
                    <a:pt x="19" y="44"/>
                  </a:lnTo>
                  <a:lnTo>
                    <a:pt x="37" y="23"/>
                  </a:lnTo>
                  <a:lnTo>
                    <a:pt x="56" y="9"/>
                  </a:lnTo>
                  <a:lnTo>
                    <a:pt x="79" y="2"/>
                  </a:lnTo>
                  <a:lnTo>
                    <a:pt x="10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29" name="Google Shape;929;p1"/>
            <p:cNvSpPr/>
            <p:nvPr/>
          </p:nvSpPr>
          <p:spPr>
            <a:xfrm>
              <a:off x="7328568" y="2543389"/>
              <a:ext cx="565253" cy="128424"/>
            </a:xfrm>
            <a:custGeom>
              <a:rect b="b" l="l" r="r" t="t"/>
              <a:pathLst>
                <a:path extrusionOk="0" h="137" w="603">
                  <a:moveTo>
                    <a:pt x="182" y="0"/>
                  </a:moveTo>
                  <a:lnTo>
                    <a:pt x="189" y="2"/>
                  </a:lnTo>
                  <a:lnTo>
                    <a:pt x="207" y="4"/>
                  </a:lnTo>
                  <a:lnTo>
                    <a:pt x="237" y="9"/>
                  </a:lnTo>
                  <a:lnTo>
                    <a:pt x="275" y="13"/>
                  </a:lnTo>
                  <a:lnTo>
                    <a:pt x="317" y="20"/>
                  </a:lnTo>
                  <a:lnTo>
                    <a:pt x="361" y="25"/>
                  </a:lnTo>
                  <a:lnTo>
                    <a:pt x="403" y="30"/>
                  </a:lnTo>
                  <a:lnTo>
                    <a:pt x="445" y="32"/>
                  </a:lnTo>
                  <a:lnTo>
                    <a:pt x="479" y="32"/>
                  </a:lnTo>
                  <a:lnTo>
                    <a:pt x="507" y="30"/>
                  </a:lnTo>
                  <a:lnTo>
                    <a:pt x="524" y="23"/>
                  </a:lnTo>
                  <a:lnTo>
                    <a:pt x="603" y="125"/>
                  </a:lnTo>
                  <a:lnTo>
                    <a:pt x="491" y="125"/>
                  </a:lnTo>
                  <a:lnTo>
                    <a:pt x="421" y="116"/>
                  </a:lnTo>
                  <a:lnTo>
                    <a:pt x="379" y="109"/>
                  </a:lnTo>
                  <a:lnTo>
                    <a:pt x="331" y="102"/>
                  </a:lnTo>
                  <a:lnTo>
                    <a:pt x="279" y="97"/>
                  </a:lnTo>
                  <a:lnTo>
                    <a:pt x="226" y="97"/>
                  </a:lnTo>
                  <a:lnTo>
                    <a:pt x="172" y="104"/>
                  </a:lnTo>
                  <a:lnTo>
                    <a:pt x="121" y="116"/>
                  </a:lnTo>
                  <a:lnTo>
                    <a:pt x="100" y="123"/>
                  </a:lnTo>
                  <a:lnTo>
                    <a:pt x="77" y="130"/>
                  </a:lnTo>
                  <a:lnTo>
                    <a:pt x="49" y="135"/>
                  </a:lnTo>
                  <a:lnTo>
                    <a:pt x="23" y="137"/>
                  </a:lnTo>
                  <a:lnTo>
                    <a:pt x="0" y="135"/>
                  </a:lnTo>
                  <a:lnTo>
                    <a:pt x="2" y="130"/>
                  </a:lnTo>
                  <a:lnTo>
                    <a:pt x="5" y="121"/>
                  </a:lnTo>
                  <a:lnTo>
                    <a:pt x="12" y="104"/>
                  </a:lnTo>
                  <a:lnTo>
                    <a:pt x="23" y="86"/>
                  </a:lnTo>
                  <a:lnTo>
                    <a:pt x="37" y="65"/>
                  </a:lnTo>
                  <a:lnTo>
                    <a:pt x="56" y="46"/>
                  </a:lnTo>
                  <a:lnTo>
                    <a:pt x="79" y="27"/>
                  </a:lnTo>
                  <a:lnTo>
                    <a:pt x="107" y="11"/>
                  </a:lnTo>
                  <a:lnTo>
                    <a:pt x="142" y="2"/>
                  </a:lnTo>
                  <a:lnTo>
                    <a:pt x="182"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0" name="Google Shape;930;p1"/>
            <p:cNvSpPr/>
            <p:nvPr/>
          </p:nvSpPr>
          <p:spPr>
            <a:xfrm>
              <a:off x="7127964" y="2671813"/>
              <a:ext cx="56244" cy="76867"/>
            </a:xfrm>
            <a:custGeom>
              <a:rect b="b" l="l" r="r" t="t"/>
              <a:pathLst>
                <a:path extrusionOk="0" h="82" w="60">
                  <a:moveTo>
                    <a:pt x="23" y="0"/>
                  </a:moveTo>
                  <a:lnTo>
                    <a:pt x="37" y="5"/>
                  </a:lnTo>
                  <a:lnTo>
                    <a:pt x="42" y="9"/>
                  </a:lnTo>
                  <a:lnTo>
                    <a:pt x="44" y="16"/>
                  </a:lnTo>
                  <a:lnTo>
                    <a:pt x="58" y="49"/>
                  </a:lnTo>
                  <a:lnTo>
                    <a:pt x="60" y="56"/>
                  </a:lnTo>
                  <a:lnTo>
                    <a:pt x="56" y="70"/>
                  </a:lnTo>
                  <a:lnTo>
                    <a:pt x="51" y="75"/>
                  </a:lnTo>
                  <a:lnTo>
                    <a:pt x="44" y="79"/>
                  </a:lnTo>
                  <a:lnTo>
                    <a:pt x="37" y="82"/>
                  </a:lnTo>
                  <a:lnTo>
                    <a:pt x="23" y="77"/>
                  </a:lnTo>
                  <a:lnTo>
                    <a:pt x="19" y="72"/>
                  </a:lnTo>
                  <a:lnTo>
                    <a:pt x="14" y="65"/>
                  </a:lnTo>
                  <a:lnTo>
                    <a:pt x="2" y="33"/>
                  </a:lnTo>
                  <a:lnTo>
                    <a:pt x="0" y="26"/>
                  </a:lnTo>
                  <a:lnTo>
                    <a:pt x="5" y="12"/>
                  </a:lnTo>
                  <a:lnTo>
                    <a:pt x="9" y="7"/>
                  </a:lnTo>
                  <a:lnTo>
                    <a:pt x="16" y="2"/>
                  </a:lnTo>
                  <a:lnTo>
                    <a:pt x="2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1" name="Google Shape;931;p1"/>
            <p:cNvSpPr/>
            <p:nvPr/>
          </p:nvSpPr>
          <p:spPr>
            <a:xfrm>
              <a:off x="7075470" y="2693373"/>
              <a:ext cx="57182" cy="76867"/>
            </a:xfrm>
            <a:custGeom>
              <a:rect b="b" l="l" r="r" t="t"/>
              <a:pathLst>
                <a:path extrusionOk="0" h="82" w="61">
                  <a:moveTo>
                    <a:pt x="23" y="0"/>
                  </a:moveTo>
                  <a:lnTo>
                    <a:pt x="37" y="5"/>
                  </a:lnTo>
                  <a:lnTo>
                    <a:pt x="42" y="10"/>
                  </a:lnTo>
                  <a:lnTo>
                    <a:pt x="44" y="17"/>
                  </a:lnTo>
                  <a:lnTo>
                    <a:pt x="58" y="49"/>
                  </a:lnTo>
                  <a:lnTo>
                    <a:pt x="61" y="56"/>
                  </a:lnTo>
                  <a:lnTo>
                    <a:pt x="56" y="70"/>
                  </a:lnTo>
                  <a:lnTo>
                    <a:pt x="51" y="75"/>
                  </a:lnTo>
                  <a:lnTo>
                    <a:pt x="44" y="80"/>
                  </a:lnTo>
                  <a:lnTo>
                    <a:pt x="37" y="82"/>
                  </a:lnTo>
                  <a:lnTo>
                    <a:pt x="23" y="77"/>
                  </a:lnTo>
                  <a:lnTo>
                    <a:pt x="19" y="73"/>
                  </a:lnTo>
                  <a:lnTo>
                    <a:pt x="14" y="66"/>
                  </a:lnTo>
                  <a:lnTo>
                    <a:pt x="2" y="33"/>
                  </a:lnTo>
                  <a:lnTo>
                    <a:pt x="0" y="26"/>
                  </a:lnTo>
                  <a:lnTo>
                    <a:pt x="5" y="12"/>
                  </a:lnTo>
                  <a:lnTo>
                    <a:pt x="9" y="7"/>
                  </a:lnTo>
                  <a:lnTo>
                    <a:pt x="16" y="3"/>
                  </a:lnTo>
                  <a:lnTo>
                    <a:pt x="2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2" name="Google Shape;932;p1"/>
            <p:cNvSpPr/>
            <p:nvPr/>
          </p:nvSpPr>
          <p:spPr>
            <a:xfrm>
              <a:off x="7022975" y="2717746"/>
              <a:ext cx="57182" cy="74055"/>
            </a:xfrm>
            <a:custGeom>
              <a:rect b="b" l="l" r="r" t="t"/>
              <a:pathLst>
                <a:path extrusionOk="0" h="79" w="61">
                  <a:moveTo>
                    <a:pt x="16" y="0"/>
                  </a:moveTo>
                  <a:lnTo>
                    <a:pt x="30" y="0"/>
                  </a:lnTo>
                  <a:lnTo>
                    <a:pt x="37" y="2"/>
                  </a:lnTo>
                  <a:lnTo>
                    <a:pt x="42" y="7"/>
                  </a:lnTo>
                  <a:lnTo>
                    <a:pt x="47" y="14"/>
                  </a:lnTo>
                  <a:lnTo>
                    <a:pt x="58" y="47"/>
                  </a:lnTo>
                  <a:lnTo>
                    <a:pt x="61" y="54"/>
                  </a:lnTo>
                  <a:lnTo>
                    <a:pt x="56" y="68"/>
                  </a:lnTo>
                  <a:lnTo>
                    <a:pt x="51" y="72"/>
                  </a:lnTo>
                  <a:lnTo>
                    <a:pt x="44" y="77"/>
                  </a:lnTo>
                  <a:lnTo>
                    <a:pt x="37" y="79"/>
                  </a:lnTo>
                  <a:lnTo>
                    <a:pt x="23" y="75"/>
                  </a:lnTo>
                  <a:lnTo>
                    <a:pt x="19" y="70"/>
                  </a:lnTo>
                  <a:lnTo>
                    <a:pt x="14" y="63"/>
                  </a:lnTo>
                  <a:lnTo>
                    <a:pt x="2" y="30"/>
                  </a:lnTo>
                  <a:lnTo>
                    <a:pt x="0" y="23"/>
                  </a:lnTo>
                  <a:lnTo>
                    <a:pt x="5" y="9"/>
                  </a:lnTo>
                  <a:lnTo>
                    <a:pt x="9" y="5"/>
                  </a:lnTo>
                  <a:lnTo>
                    <a:pt x="16"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3" name="Google Shape;933;p1"/>
            <p:cNvSpPr/>
            <p:nvPr/>
          </p:nvSpPr>
          <p:spPr>
            <a:xfrm>
              <a:off x="6970481" y="2739305"/>
              <a:ext cx="57182" cy="74055"/>
            </a:xfrm>
            <a:custGeom>
              <a:rect b="b" l="l" r="r" t="t"/>
              <a:pathLst>
                <a:path extrusionOk="0" h="79" w="61">
                  <a:moveTo>
                    <a:pt x="24" y="0"/>
                  </a:moveTo>
                  <a:lnTo>
                    <a:pt x="31" y="0"/>
                  </a:lnTo>
                  <a:lnTo>
                    <a:pt x="38" y="5"/>
                  </a:lnTo>
                  <a:lnTo>
                    <a:pt x="42" y="7"/>
                  </a:lnTo>
                  <a:lnTo>
                    <a:pt x="47" y="14"/>
                  </a:lnTo>
                  <a:lnTo>
                    <a:pt x="58" y="49"/>
                  </a:lnTo>
                  <a:lnTo>
                    <a:pt x="61" y="59"/>
                  </a:lnTo>
                  <a:lnTo>
                    <a:pt x="58" y="66"/>
                  </a:lnTo>
                  <a:lnTo>
                    <a:pt x="52" y="72"/>
                  </a:lnTo>
                  <a:lnTo>
                    <a:pt x="45" y="77"/>
                  </a:lnTo>
                  <a:lnTo>
                    <a:pt x="38" y="79"/>
                  </a:lnTo>
                  <a:lnTo>
                    <a:pt x="24" y="75"/>
                  </a:lnTo>
                  <a:lnTo>
                    <a:pt x="19" y="70"/>
                  </a:lnTo>
                  <a:lnTo>
                    <a:pt x="17" y="63"/>
                  </a:lnTo>
                  <a:lnTo>
                    <a:pt x="3" y="31"/>
                  </a:lnTo>
                  <a:lnTo>
                    <a:pt x="0" y="24"/>
                  </a:lnTo>
                  <a:lnTo>
                    <a:pt x="5" y="10"/>
                  </a:lnTo>
                  <a:lnTo>
                    <a:pt x="10" y="5"/>
                  </a:lnTo>
                  <a:lnTo>
                    <a:pt x="2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4" name="Google Shape;934;p1"/>
            <p:cNvSpPr/>
            <p:nvPr/>
          </p:nvSpPr>
          <p:spPr>
            <a:xfrm>
              <a:off x="6917986" y="2761803"/>
              <a:ext cx="57182" cy="74055"/>
            </a:xfrm>
            <a:custGeom>
              <a:rect b="b" l="l" r="r" t="t"/>
              <a:pathLst>
                <a:path extrusionOk="0" h="79" w="61">
                  <a:moveTo>
                    <a:pt x="24" y="0"/>
                  </a:moveTo>
                  <a:lnTo>
                    <a:pt x="38" y="4"/>
                  </a:lnTo>
                  <a:lnTo>
                    <a:pt x="42" y="9"/>
                  </a:lnTo>
                  <a:lnTo>
                    <a:pt x="47" y="16"/>
                  </a:lnTo>
                  <a:lnTo>
                    <a:pt x="59" y="48"/>
                  </a:lnTo>
                  <a:lnTo>
                    <a:pt x="61" y="58"/>
                  </a:lnTo>
                  <a:lnTo>
                    <a:pt x="59" y="65"/>
                  </a:lnTo>
                  <a:lnTo>
                    <a:pt x="52" y="72"/>
                  </a:lnTo>
                  <a:lnTo>
                    <a:pt x="45" y="76"/>
                  </a:lnTo>
                  <a:lnTo>
                    <a:pt x="38" y="79"/>
                  </a:lnTo>
                  <a:lnTo>
                    <a:pt x="31" y="79"/>
                  </a:lnTo>
                  <a:lnTo>
                    <a:pt x="24" y="74"/>
                  </a:lnTo>
                  <a:lnTo>
                    <a:pt x="19" y="72"/>
                  </a:lnTo>
                  <a:lnTo>
                    <a:pt x="17" y="65"/>
                  </a:lnTo>
                  <a:lnTo>
                    <a:pt x="3" y="30"/>
                  </a:lnTo>
                  <a:lnTo>
                    <a:pt x="0" y="21"/>
                  </a:lnTo>
                  <a:lnTo>
                    <a:pt x="3" y="14"/>
                  </a:lnTo>
                  <a:lnTo>
                    <a:pt x="10" y="7"/>
                  </a:lnTo>
                  <a:lnTo>
                    <a:pt x="17" y="2"/>
                  </a:lnTo>
                  <a:lnTo>
                    <a:pt x="2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5" name="Google Shape;935;p1"/>
            <p:cNvSpPr/>
            <p:nvPr/>
          </p:nvSpPr>
          <p:spPr>
            <a:xfrm>
              <a:off x="6866429" y="2783364"/>
              <a:ext cx="56244" cy="74055"/>
            </a:xfrm>
            <a:custGeom>
              <a:rect b="b" l="l" r="r" t="t"/>
              <a:pathLst>
                <a:path extrusionOk="0" h="79" w="60">
                  <a:moveTo>
                    <a:pt x="23" y="0"/>
                  </a:moveTo>
                  <a:lnTo>
                    <a:pt x="37" y="5"/>
                  </a:lnTo>
                  <a:lnTo>
                    <a:pt x="41" y="9"/>
                  </a:lnTo>
                  <a:lnTo>
                    <a:pt x="46" y="16"/>
                  </a:lnTo>
                  <a:lnTo>
                    <a:pt x="58" y="49"/>
                  </a:lnTo>
                  <a:lnTo>
                    <a:pt x="60" y="56"/>
                  </a:lnTo>
                  <a:lnTo>
                    <a:pt x="55" y="70"/>
                  </a:lnTo>
                  <a:lnTo>
                    <a:pt x="51" y="74"/>
                  </a:lnTo>
                  <a:lnTo>
                    <a:pt x="37" y="79"/>
                  </a:lnTo>
                  <a:lnTo>
                    <a:pt x="30" y="79"/>
                  </a:lnTo>
                  <a:lnTo>
                    <a:pt x="23" y="74"/>
                  </a:lnTo>
                  <a:lnTo>
                    <a:pt x="18" y="72"/>
                  </a:lnTo>
                  <a:lnTo>
                    <a:pt x="16" y="65"/>
                  </a:lnTo>
                  <a:lnTo>
                    <a:pt x="2" y="30"/>
                  </a:lnTo>
                  <a:lnTo>
                    <a:pt x="0" y="21"/>
                  </a:lnTo>
                  <a:lnTo>
                    <a:pt x="2" y="14"/>
                  </a:lnTo>
                  <a:lnTo>
                    <a:pt x="9" y="7"/>
                  </a:lnTo>
                  <a:lnTo>
                    <a:pt x="16" y="2"/>
                  </a:lnTo>
                  <a:lnTo>
                    <a:pt x="2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6" name="Google Shape;936;p1"/>
            <p:cNvSpPr/>
            <p:nvPr/>
          </p:nvSpPr>
          <p:spPr>
            <a:xfrm>
              <a:off x="6813934" y="2804924"/>
              <a:ext cx="56244" cy="76867"/>
            </a:xfrm>
            <a:custGeom>
              <a:rect b="b" l="l" r="r" t="t"/>
              <a:pathLst>
                <a:path extrusionOk="0" h="82" w="60">
                  <a:moveTo>
                    <a:pt x="23" y="0"/>
                  </a:moveTo>
                  <a:lnTo>
                    <a:pt x="37" y="5"/>
                  </a:lnTo>
                  <a:lnTo>
                    <a:pt x="42" y="9"/>
                  </a:lnTo>
                  <a:lnTo>
                    <a:pt x="46" y="16"/>
                  </a:lnTo>
                  <a:lnTo>
                    <a:pt x="58" y="49"/>
                  </a:lnTo>
                  <a:lnTo>
                    <a:pt x="60" y="56"/>
                  </a:lnTo>
                  <a:lnTo>
                    <a:pt x="56" y="70"/>
                  </a:lnTo>
                  <a:lnTo>
                    <a:pt x="51" y="75"/>
                  </a:lnTo>
                  <a:lnTo>
                    <a:pt x="44" y="79"/>
                  </a:lnTo>
                  <a:lnTo>
                    <a:pt x="37" y="82"/>
                  </a:lnTo>
                  <a:lnTo>
                    <a:pt x="23" y="77"/>
                  </a:lnTo>
                  <a:lnTo>
                    <a:pt x="18" y="72"/>
                  </a:lnTo>
                  <a:lnTo>
                    <a:pt x="16" y="65"/>
                  </a:lnTo>
                  <a:lnTo>
                    <a:pt x="2" y="33"/>
                  </a:lnTo>
                  <a:lnTo>
                    <a:pt x="0" y="26"/>
                  </a:lnTo>
                  <a:lnTo>
                    <a:pt x="4" y="12"/>
                  </a:lnTo>
                  <a:lnTo>
                    <a:pt x="9" y="7"/>
                  </a:lnTo>
                  <a:lnTo>
                    <a:pt x="16" y="2"/>
                  </a:lnTo>
                  <a:lnTo>
                    <a:pt x="2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7" name="Google Shape;937;p1"/>
            <p:cNvSpPr/>
            <p:nvPr/>
          </p:nvSpPr>
          <p:spPr>
            <a:xfrm>
              <a:off x="6761440" y="2826484"/>
              <a:ext cx="56244" cy="76867"/>
            </a:xfrm>
            <a:custGeom>
              <a:rect b="b" l="l" r="r" t="t"/>
              <a:pathLst>
                <a:path extrusionOk="0" h="82" w="60">
                  <a:moveTo>
                    <a:pt x="23" y="0"/>
                  </a:moveTo>
                  <a:lnTo>
                    <a:pt x="37" y="5"/>
                  </a:lnTo>
                  <a:lnTo>
                    <a:pt x="42" y="10"/>
                  </a:lnTo>
                  <a:lnTo>
                    <a:pt x="46" y="17"/>
                  </a:lnTo>
                  <a:lnTo>
                    <a:pt x="58" y="49"/>
                  </a:lnTo>
                  <a:lnTo>
                    <a:pt x="60" y="56"/>
                  </a:lnTo>
                  <a:lnTo>
                    <a:pt x="56" y="70"/>
                  </a:lnTo>
                  <a:lnTo>
                    <a:pt x="51" y="75"/>
                  </a:lnTo>
                  <a:lnTo>
                    <a:pt x="44" y="80"/>
                  </a:lnTo>
                  <a:lnTo>
                    <a:pt x="35" y="82"/>
                  </a:lnTo>
                  <a:lnTo>
                    <a:pt x="28" y="80"/>
                  </a:lnTo>
                  <a:lnTo>
                    <a:pt x="21" y="73"/>
                  </a:lnTo>
                  <a:lnTo>
                    <a:pt x="16" y="66"/>
                  </a:lnTo>
                  <a:lnTo>
                    <a:pt x="2" y="33"/>
                  </a:lnTo>
                  <a:lnTo>
                    <a:pt x="0" y="26"/>
                  </a:lnTo>
                  <a:lnTo>
                    <a:pt x="5" y="12"/>
                  </a:lnTo>
                  <a:lnTo>
                    <a:pt x="9" y="7"/>
                  </a:lnTo>
                  <a:lnTo>
                    <a:pt x="16" y="3"/>
                  </a:lnTo>
                  <a:lnTo>
                    <a:pt x="2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8" name="Google Shape;938;p1"/>
            <p:cNvSpPr/>
            <p:nvPr/>
          </p:nvSpPr>
          <p:spPr>
            <a:xfrm>
              <a:off x="6708945" y="2850856"/>
              <a:ext cx="57182" cy="74055"/>
            </a:xfrm>
            <a:custGeom>
              <a:rect b="b" l="l" r="r" t="t"/>
              <a:pathLst>
                <a:path extrusionOk="0" h="79" w="61">
                  <a:moveTo>
                    <a:pt x="16" y="0"/>
                  </a:moveTo>
                  <a:lnTo>
                    <a:pt x="30" y="0"/>
                  </a:lnTo>
                  <a:lnTo>
                    <a:pt x="37" y="2"/>
                  </a:lnTo>
                  <a:lnTo>
                    <a:pt x="42" y="7"/>
                  </a:lnTo>
                  <a:lnTo>
                    <a:pt x="47" y="14"/>
                  </a:lnTo>
                  <a:lnTo>
                    <a:pt x="58" y="47"/>
                  </a:lnTo>
                  <a:lnTo>
                    <a:pt x="61" y="54"/>
                  </a:lnTo>
                  <a:lnTo>
                    <a:pt x="56" y="68"/>
                  </a:lnTo>
                  <a:lnTo>
                    <a:pt x="51" y="72"/>
                  </a:lnTo>
                  <a:lnTo>
                    <a:pt x="44" y="77"/>
                  </a:lnTo>
                  <a:lnTo>
                    <a:pt x="35" y="79"/>
                  </a:lnTo>
                  <a:lnTo>
                    <a:pt x="28" y="77"/>
                  </a:lnTo>
                  <a:lnTo>
                    <a:pt x="21" y="70"/>
                  </a:lnTo>
                  <a:lnTo>
                    <a:pt x="16" y="63"/>
                  </a:lnTo>
                  <a:lnTo>
                    <a:pt x="2" y="30"/>
                  </a:lnTo>
                  <a:lnTo>
                    <a:pt x="0" y="23"/>
                  </a:lnTo>
                  <a:lnTo>
                    <a:pt x="5" y="9"/>
                  </a:lnTo>
                  <a:lnTo>
                    <a:pt x="9" y="5"/>
                  </a:lnTo>
                  <a:lnTo>
                    <a:pt x="16"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9" name="Google Shape;939;p1"/>
            <p:cNvSpPr/>
            <p:nvPr/>
          </p:nvSpPr>
          <p:spPr>
            <a:xfrm>
              <a:off x="6658326" y="2872416"/>
              <a:ext cx="55307" cy="74992"/>
            </a:xfrm>
            <a:custGeom>
              <a:rect b="b" l="l" r="r" t="t"/>
              <a:pathLst>
                <a:path extrusionOk="0" h="80" w="59">
                  <a:moveTo>
                    <a:pt x="21" y="0"/>
                  </a:moveTo>
                  <a:lnTo>
                    <a:pt x="28" y="0"/>
                  </a:lnTo>
                  <a:lnTo>
                    <a:pt x="35" y="5"/>
                  </a:lnTo>
                  <a:lnTo>
                    <a:pt x="40" y="7"/>
                  </a:lnTo>
                  <a:lnTo>
                    <a:pt x="45" y="14"/>
                  </a:lnTo>
                  <a:lnTo>
                    <a:pt x="56" y="49"/>
                  </a:lnTo>
                  <a:lnTo>
                    <a:pt x="59" y="59"/>
                  </a:lnTo>
                  <a:lnTo>
                    <a:pt x="56" y="66"/>
                  </a:lnTo>
                  <a:lnTo>
                    <a:pt x="49" y="73"/>
                  </a:lnTo>
                  <a:lnTo>
                    <a:pt x="42" y="77"/>
                  </a:lnTo>
                  <a:lnTo>
                    <a:pt x="33" y="80"/>
                  </a:lnTo>
                  <a:lnTo>
                    <a:pt x="26" y="77"/>
                  </a:lnTo>
                  <a:lnTo>
                    <a:pt x="19" y="70"/>
                  </a:lnTo>
                  <a:lnTo>
                    <a:pt x="14" y="63"/>
                  </a:lnTo>
                  <a:lnTo>
                    <a:pt x="0" y="31"/>
                  </a:lnTo>
                  <a:lnTo>
                    <a:pt x="0" y="17"/>
                  </a:lnTo>
                  <a:lnTo>
                    <a:pt x="3" y="10"/>
                  </a:lnTo>
                  <a:lnTo>
                    <a:pt x="7" y="5"/>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0" name="Google Shape;940;p1"/>
            <p:cNvSpPr/>
            <p:nvPr/>
          </p:nvSpPr>
          <p:spPr>
            <a:xfrm>
              <a:off x="6606769" y="2894914"/>
              <a:ext cx="54369" cy="74055"/>
            </a:xfrm>
            <a:custGeom>
              <a:rect b="b" l="l" r="r" t="t"/>
              <a:pathLst>
                <a:path extrusionOk="0" h="79" w="58">
                  <a:moveTo>
                    <a:pt x="21" y="0"/>
                  </a:moveTo>
                  <a:lnTo>
                    <a:pt x="35" y="4"/>
                  </a:lnTo>
                  <a:lnTo>
                    <a:pt x="39" y="9"/>
                  </a:lnTo>
                  <a:lnTo>
                    <a:pt x="44" y="16"/>
                  </a:lnTo>
                  <a:lnTo>
                    <a:pt x="55" y="49"/>
                  </a:lnTo>
                  <a:lnTo>
                    <a:pt x="58" y="58"/>
                  </a:lnTo>
                  <a:lnTo>
                    <a:pt x="55" y="65"/>
                  </a:lnTo>
                  <a:lnTo>
                    <a:pt x="49" y="72"/>
                  </a:lnTo>
                  <a:lnTo>
                    <a:pt x="42" y="77"/>
                  </a:lnTo>
                  <a:lnTo>
                    <a:pt x="35" y="79"/>
                  </a:lnTo>
                  <a:lnTo>
                    <a:pt x="28" y="79"/>
                  </a:lnTo>
                  <a:lnTo>
                    <a:pt x="23" y="74"/>
                  </a:lnTo>
                  <a:lnTo>
                    <a:pt x="18" y="72"/>
                  </a:lnTo>
                  <a:lnTo>
                    <a:pt x="14" y="65"/>
                  </a:lnTo>
                  <a:lnTo>
                    <a:pt x="0" y="30"/>
                  </a:lnTo>
                  <a:lnTo>
                    <a:pt x="0" y="16"/>
                  </a:lnTo>
                  <a:lnTo>
                    <a:pt x="2" y="11"/>
                  </a:lnTo>
                  <a:lnTo>
                    <a:pt x="7" y="7"/>
                  </a:lnTo>
                  <a:lnTo>
                    <a:pt x="14" y="2"/>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1" name="Google Shape;941;p1"/>
            <p:cNvSpPr/>
            <p:nvPr/>
          </p:nvSpPr>
          <p:spPr>
            <a:xfrm>
              <a:off x="6554275" y="2916475"/>
              <a:ext cx="54369" cy="74055"/>
            </a:xfrm>
            <a:custGeom>
              <a:rect b="b" l="l" r="r" t="t"/>
              <a:pathLst>
                <a:path extrusionOk="0" h="79" w="58">
                  <a:moveTo>
                    <a:pt x="21" y="0"/>
                  </a:moveTo>
                  <a:lnTo>
                    <a:pt x="35" y="5"/>
                  </a:lnTo>
                  <a:lnTo>
                    <a:pt x="39" y="9"/>
                  </a:lnTo>
                  <a:lnTo>
                    <a:pt x="44" y="16"/>
                  </a:lnTo>
                  <a:lnTo>
                    <a:pt x="56" y="49"/>
                  </a:lnTo>
                  <a:lnTo>
                    <a:pt x="58" y="56"/>
                  </a:lnTo>
                  <a:lnTo>
                    <a:pt x="53" y="70"/>
                  </a:lnTo>
                  <a:lnTo>
                    <a:pt x="49" y="75"/>
                  </a:lnTo>
                  <a:lnTo>
                    <a:pt x="35" y="79"/>
                  </a:lnTo>
                  <a:lnTo>
                    <a:pt x="28" y="79"/>
                  </a:lnTo>
                  <a:lnTo>
                    <a:pt x="23" y="75"/>
                  </a:lnTo>
                  <a:lnTo>
                    <a:pt x="18" y="72"/>
                  </a:lnTo>
                  <a:lnTo>
                    <a:pt x="14" y="65"/>
                  </a:lnTo>
                  <a:lnTo>
                    <a:pt x="0" y="30"/>
                  </a:lnTo>
                  <a:lnTo>
                    <a:pt x="0" y="16"/>
                  </a:lnTo>
                  <a:lnTo>
                    <a:pt x="2" y="12"/>
                  </a:lnTo>
                  <a:lnTo>
                    <a:pt x="7" y="7"/>
                  </a:lnTo>
                  <a:lnTo>
                    <a:pt x="14" y="2"/>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2" name="Google Shape;942;p1"/>
            <p:cNvSpPr/>
            <p:nvPr/>
          </p:nvSpPr>
          <p:spPr>
            <a:xfrm>
              <a:off x="6501780" y="2938035"/>
              <a:ext cx="54369" cy="74992"/>
            </a:xfrm>
            <a:custGeom>
              <a:rect b="b" l="l" r="r" t="t"/>
              <a:pathLst>
                <a:path extrusionOk="0" h="80" w="58">
                  <a:moveTo>
                    <a:pt x="21" y="0"/>
                  </a:moveTo>
                  <a:lnTo>
                    <a:pt x="35" y="5"/>
                  </a:lnTo>
                  <a:lnTo>
                    <a:pt x="39" y="10"/>
                  </a:lnTo>
                  <a:lnTo>
                    <a:pt x="44" y="17"/>
                  </a:lnTo>
                  <a:lnTo>
                    <a:pt x="56" y="49"/>
                  </a:lnTo>
                  <a:lnTo>
                    <a:pt x="58" y="56"/>
                  </a:lnTo>
                  <a:lnTo>
                    <a:pt x="53" y="70"/>
                  </a:lnTo>
                  <a:lnTo>
                    <a:pt x="49" y="75"/>
                  </a:lnTo>
                  <a:lnTo>
                    <a:pt x="42" y="80"/>
                  </a:lnTo>
                  <a:lnTo>
                    <a:pt x="28" y="80"/>
                  </a:lnTo>
                  <a:lnTo>
                    <a:pt x="23" y="77"/>
                  </a:lnTo>
                  <a:lnTo>
                    <a:pt x="19" y="73"/>
                  </a:lnTo>
                  <a:lnTo>
                    <a:pt x="14" y="66"/>
                  </a:lnTo>
                  <a:lnTo>
                    <a:pt x="0" y="33"/>
                  </a:lnTo>
                  <a:lnTo>
                    <a:pt x="0" y="19"/>
                  </a:lnTo>
                  <a:lnTo>
                    <a:pt x="2" y="12"/>
                  </a:lnTo>
                  <a:lnTo>
                    <a:pt x="7" y="7"/>
                  </a:lnTo>
                  <a:lnTo>
                    <a:pt x="14" y="3"/>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3" name="Google Shape;943;p1"/>
            <p:cNvSpPr/>
            <p:nvPr/>
          </p:nvSpPr>
          <p:spPr>
            <a:xfrm>
              <a:off x="6449286" y="2960532"/>
              <a:ext cx="54369" cy="75930"/>
            </a:xfrm>
            <a:custGeom>
              <a:rect b="b" l="l" r="r" t="t"/>
              <a:pathLst>
                <a:path extrusionOk="0" h="81" w="58">
                  <a:moveTo>
                    <a:pt x="21" y="0"/>
                  </a:moveTo>
                  <a:lnTo>
                    <a:pt x="35" y="4"/>
                  </a:lnTo>
                  <a:lnTo>
                    <a:pt x="40" y="9"/>
                  </a:lnTo>
                  <a:lnTo>
                    <a:pt x="44" y="16"/>
                  </a:lnTo>
                  <a:lnTo>
                    <a:pt x="56" y="49"/>
                  </a:lnTo>
                  <a:lnTo>
                    <a:pt x="58" y="56"/>
                  </a:lnTo>
                  <a:lnTo>
                    <a:pt x="54" y="70"/>
                  </a:lnTo>
                  <a:lnTo>
                    <a:pt x="49" y="74"/>
                  </a:lnTo>
                  <a:lnTo>
                    <a:pt x="42" y="79"/>
                  </a:lnTo>
                  <a:lnTo>
                    <a:pt x="33" y="81"/>
                  </a:lnTo>
                  <a:lnTo>
                    <a:pt x="26" y="79"/>
                  </a:lnTo>
                  <a:lnTo>
                    <a:pt x="19" y="72"/>
                  </a:lnTo>
                  <a:lnTo>
                    <a:pt x="14" y="65"/>
                  </a:lnTo>
                  <a:lnTo>
                    <a:pt x="0" y="32"/>
                  </a:lnTo>
                  <a:lnTo>
                    <a:pt x="0" y="18"/>
                  </a:lnTo>
                  <a:lnTo>
                    <a:pt x="2" y="11"/>
                  </a:lnTo>
                  <a:lnTo>
                    <a:pt x="7" y="7"/>
                  </a:lnTo>
                  <a:lnTo>
                    <a:pt x="14" y="2"/>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4" name="Google Shape;944;p1"/>
            <p:cNvSpPr/>
            <p:nvPr/>
          </p:nvSpPr>
          <p:spPr>
            <a:xfrm>
              <a:off x="6396791" y="2983967"/>
              <a:ext cx="54369" cy="74055"/>
            </a:xfrm>
            <a:custGeom>
              <a:rect b="b" l="l" r="r" t="t"/>
              <a:pathLst>
                <a:path extrusionOk="0" h="79" w="58">
                  <a:moveTo>
                    <a:pt x="14" y="0"/>
                  </a:moveTo>
                  <a:lnTo>
                    <a:pt x="28" y="0"/>
                  </a:lnTo>
                  <a:lnTo>
                    <a:pt x="35" y="3"/>
                  </a:lnTo>
                  <a:lnTo>
                    <a:pt x="40" y="7"/>
                  </a:lnTo>
                  <a:lnTo>
                    <a:pt x="44" y="14"/>
                  </a:lnTo>
                  <a:lnTo>
                    <a:pt x="56" y="47"/>
                  </a:lnTo>
                  <a:lnTo>
                    <a:pt x="58" y="54"/>
                  </a:lnTo>
                  <a:lnTo>
                    <a:pt x="54" y="68"/>
                  </a:lnTo>
                  <a:lnTo>
                    <a:pt x="49" y="72"/>
                  </a:lnTo>
                  <a:lnTo>
                    <a:pt x="42" y="77"/>
                  </a:lnTo>
                  <a:lnTo>
                    <a:pt x="33" y="79"/>
                  </a:lnTo>
                  <a:lnTo>
                    <a:pt x="26" y="77"/>
                  </a:lnTo>
                  <a:lnTo>
                    <a:pt x="19" y="70"/>
                  </a:lnTo>
                  <a:lnTo>
                    <a:pt x="14" y="63"/>
                  </a:lnTo>
                  <a:lnTo>
                    <a:pt x="3" y="31"/>
                  </a:lnTo>
                  <a:lnTo>
                    <a:pt x="0" y="24"/>
                  </a:lnTo>
                  <a:lnTo>
                    <a:pt x="0" y="17"/>
                  </a:lnTo>
                  <a:lnTo>
                    <a:pt x="5" y="10"/>
                  </a:lnTo>
                  <a:lnTo>
                    <a:pt x="7" y="5"/>
                  </a:lnTo>
                  <a:lnTo>
                    <a:pt x="1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5" name="Google Shape;945;p1"/>
            <p:cNvSpPr/>
            <p:nvPr/>
          </p:nvSpPr>
          <p:spPr>
            <a:xfrm>
              <a:off x="6344297" y="3006465"/>
              <a:ext cx="55307" cy="74055"/>
            </a:xfrm>
            <a:custGeom>
              <a:rect b="b" l="l" r="r" t="t"/>
              <a:pathLst>
                <a:path extrusionOk="0" h="79" w="59">
                  <a:moveTo>
                    <a:pt x="21" y="0"/>
                  </a:moveTo>
                  <a:lnTo>
                    <a:pt x="28" y="0"/>
                  </a:lnTo>
                  <a:lnTo>
                    <a:pt x="35" y="4"/>
                  </a:lnTo>
                  <a:lnTo>
                    <a:pt x="40" y="7"/>
                  </a:lnTo>
                  <a:lnTo>
                    <a:pt x="45" y="14"/>
                  </a:lnTo>
                  <a:lnTo>
                    <a:pt x="56" y="48"/>
                  </a:lnTo>
                  <a:lnTo>
                    <a:pt x="59" y="58"/>
                  </a:lnTo>
                  <a:lnTo>
                    <a:pt x="56" y="65"/>
                  </a:lnTo>
                  <a:lnTo>
                    <a:pt x="49" y="72"/>
                  </a:lnTo>
                  <a:lnTo>
                    <a:pt x="42" y="76"/>
                  </a:lnTo>
                  <a:lnTo>
                    <a:pt x="33" y="79"/>
                  </a:lnTo>
                  <a:lnTo>
                    <a:pt x="26" y="76"/>
                  </a:lnTo>
                  <a:lnTo>
                    <a:pt x="19" y="69"/>
                  </a:lnTo>
                  <a:lnTo>
                    <a:pt x="14" y="62"/>
                  </a:lnTo>
                  <a:lnTo>
                    <a:pt x="3" y="30"/>
                  </a:lnTo>
                  <a:lnTo>
                    <a:pt x="0" y="23"/>
                  </a:lnTo>
                  <a:lnTo>
                    <a:pt x="0" y="16"/>
                  </a:lnTo>
                  <a:lnTo>
                    <a:pt x="5" y="9"/>
                  </a:lnTo>
                  <a:lnTo>
                    <a:pt x="7" y="4"/>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6" name="Google Shape;946;p1"/>
            <p:cNvSpPr/>
            <p:nvPr/>
          </p:nvSpPr>
          <p:spPr>
            <a:xfrm>
              <a:off x="6291802" y="3028025"/>
              <a:ext cx="55307" cy="74055"/>
            </a:xfrm>
            <a:custGeom>
              <a:rect b="b" l="l" r="r" t="t"/>
              <a:pathLst>
                <a:path extrusionOk="0" h="79" w="59">
                  <a:moveTo>
                    <a:pt x="21" y="0"/>
                  </a:moveTo>
                  <a:lnTo>
                    <a:pt x="35" y="5"/>
                  </a:lnTo>
                  <a:lnTo>
                    <a:pt x="40" y="9"/>
                  </a:lnTo>
                  <a:lnTo>
                    <a:pt x="45" y="16"/>
                  </a:lnTo>
                  <a:lnTo>
                    <a:pt x="56" y="49"/>
                  </a:lnTo>
                  <a:lnTo>
                    <a:pt x="59" y="58"/>
                  </a:lnTo>
                  <a:lnTo>
                    <a:pt x="56" y="65"/>
                  </a:lnTo>
                  <a:lnTo>
                    <a:pt x="49" y="72"/>
                  </a:lnTo>
                  <a:lnTo>
                    <a:pt x="42" y="77"/>
                  </a:lnTo>
                  <a:lnTo>
                    <a:pt x="35" y="79"/>
                  </a:lnTo>
                  <a:lnTo>
                    <a:pt x="28" y="79"/>
                  </a:lnTo>
                  <a:lnTo>
                    <a:pt x="24" y="74"/>
                  </a:lnTo>
                  <a:lnTo>
                    <a:pt x="19" y="72"/>
                  </a:lnTo>
                  <a:lnTo>
                    <a:pt x="14" y="65"/>
                  </a:lnTo>
                  <a:lnTo>
                    <a:pt x="0" y="23"/>
                  </a:lnTo>
                  <a:lnTo>
                    <a:pt x="0" y="16"/>
                  </a:lnTo>
                  <a:lnTo>
                    <a:pt x="5" y="12"/>
                  </a:lnTo>
                  <a:lnTo>
                    <a:pt x="7" y="7"/>
                  </a:lnTo>
                  <a:lnTo>
                    <a:pt x="14" y="2"/>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7" name="Google Shape;947;p1"/>
            <p:cNvSpPr/>
            <p:nvPr/>
          </p:nvSpPr>
          <p:spPr>
            <a:xfrm>
              <a:off x="6240245" y="3049586"/>
              <a:ext cx="54369" cy="74055"/>
            </a:xfrm>
            <a:custGeom>
              <a:rect b="b" l="l" r="r" t="t"/>
              <a:pathLst>
                <a:path extrusionOk="0" h="79" w="58">
                  <a:moveTo>
                    <a:pt x="21" y="0"/>
                  </a:moveTo>
                  <a:lnTo>
                    <a:pt x="35" y="5"/>
                  </a:lnTo>
                  <a:lnTo>
                    <a:pt x="39" y="9"/>
                  </a:lnTo>
                  <a:lnTo>
                    <a:pt x="44" y="16"/>
                  </a:lnTo>
                  <a:lnTo>
                    <a:pt x="55" y="49"/>
                  </a:lnTo>
                  <a:lnTo>
                    <a:pt x="58" y="56"/>
                  </a:lnTo>
                  <a:lnTo>
                    <a:pt x="53" y="70"/>
                  </a:lnTo>
                  <a:lnTo>
                    <a:pt x="48" y="75"/>
                  </a:lnTo>
                  <a:lnTo>
                    <a:pt x="35" y="79"/>
                  </a:lnTo>
                  <a:lnTo>
                    <a:pt x="28" y="79"/>
                  </a:lnTo>
                  <a:lnTo>
                    <a:pt x="23" y="75"/>
                  </a:lnTo>
                  <a:lnTo>
                    <a:pt x="18" y="72"/>
                  </a:lnTo>
                  <a:lnTo>
                    <a:pt x="14" y="65"/>
                  </a:lnTo>
                  <a:lnTo>
                    <a:pt x="0" y="23"/>
                  </a:lnTo>
                  <a:lnTo>
                    <a:pt x="0" y="16"/>
                  </a:lnTo>
                  <a:lnTo>
                    <a:pt x="4" y="12"/>
                  </a:lnTo>
                  <a:lnTo>
                    <a:pt x="7" y="7"/>
                  </a:lnTo>
                  <a:lnTo>
                    <a:pt x="14" y="2"/>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8" name="Google Shape;948;p1"/>
            <p:cNvSpPr/>
            <p:nvPr/>
          </p:nvSpPr>
          <p:spPr>
            <a:xfrm>
              <a:off x="6187750" y="3071145"/>
              <a:ext cx="54369" cy="74992"/>
            </a:xfrm>
            <a:custGeom>
              <a:rect b="b" l="l" r="r" t="t"/>
              <a:pathLst>
                <a:path extrusionOk="0" h="80" w="58">
                  <a:moveTo>
                    <a:pt x="21" y="0"/>
                  </a:moveTo>
                  <a:lnTo>
                    <a:pt x="35" y="5"/>
                  </a:lnTo>
                  <a:lnTo>
                    <a:pt x="39" y="10"/>
                  </a:lnTo>
                  <a:lnTo>
                    <a:pt x="44" y="17"/>
                  </a:lnTo>
                  <a:lnTo>
                    <a:pt x="56" y="49"/>
                  </a:lnTo>
                  <a:lnTo>
                    <a:pt x="58" y="56"/>
                  </a:lnTo>
                  <a:lnTo>
                    <a:pt x="53" y="70"/>
                  </a:lnTo>
                  <a:lnTo>
                    <a:pt x="49" y="75"/>
                  </a:lnTo>
                  <a:lnTo>
                    <a:pt x="42" y="80"/>
                  </a:lnTo>
                  <a:lnTo>
                    <a:pt x="28" y="80"/>
                  </a:lnTo>
                  <a:lnTo>
                    <a:pt x="23" y="77"/>
                  </a:lnTo>
                  <a:lnTo>
                    <a:pt x="18" y="73"/>
                  </a:lnTo>
                  <a:lnTo>
                    <a:pt x="14" y="66"/>
                  </a:lnTo>
                  <a:lnTo>
                    <a:pt x="2" y="33"/>
                  </a:lnTo>
                  <a:lnTo>
                    <a:pt x="0" y="26"/>
                  </a:lnTo>
                  <a:lnTo>
                    <a:pt x="0" y="19"/>
                  </a:lnTo>
                  <a:lnTo>
                    <a:pt x="4" y="12"/>
                  </a:lnTo>
                  <a:lnTo>
                    <a:pt x="7" y="7"/>
                  </a:lnTo>
                  <a:lnTo>
                    <a:pt x="14" y="3"/>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9" name="Google Shape;949;p1"/>
            <p:cNvSpPr/>
            <p:nvPr/>
          </p:nvSpPr>
          <p:spPr>
            <a:xfrm>
              <a:off x="6135256" y="3093643"/>
              <a:ext cx="54369" cy="75930"/>
            </a:xfrm>
            <a:custGeom>
              <a:rect b="b" l="l" r="r" t="t"/>
              <a:pathLst>
                <a:path extrusionOk="0" h="81" w="58">
                  <a:moveTo>
                    <a:pt x="21" y="0"/>
                  </a:moveTo>
                  <a:lnTo>
                    <a:pt x="35" y="4"/>
                  </a:lnTo>
                  <a:lnTo>
                    <a:pt x="39" y="9"/>
                  </a:lnTo>
                  <a:lnTo>
                    <a:pt x="44" y="16"/>
                  </a:lnTo>
                  <a:lnTo>
                    <a:pt x="56" y="49"/>
                  </a:lnTo>
                  <a:lnTo>
                    <a:pt x="58" y="56"/>
                  </a:lnTo>
                  <a:lnTo>
                    <a:pt x="53" y="70"/>
                  </a:lnTo>
                  <a:lnTo>
                    <a:pt x="49" y="74"/>
                  </a:lnTo>
                  <a:lnTo>
                    <a:pt x="42" y="79"/>
                  </a:lnTo>
                  <a:lnTo>
                    <a:pt x="32" y="81"/>
                  </a:lnTo>
                  <a:lnTo>
                    <a:pt x="26" y="79"/>
                  </a:lnTo>
                  <a:lnTo>
                    <a:pt x="19" y="72"/>
                  </a:lnTo>
                  <a:lnTo>
                    <a:pt x="14" y="65"/>
                  </a:lnTo>
                  <a:lnTo>
                    <a:pt x="2" y="32"/>
                  </a:lnTo>
                  <a:lnTo>
                    <a:pt x="0" y="25"/>
                  </a:lnTo>
                  <a:lnTo>
                    <a:pt x="0" y="18"/>
                  </a:lnTo>
                  <a:lnTo>
                    <a:pt x="5" y="11"/>
                  </a:lnTo>
                  <a:lnTo>
                    <a:pt x="7" y="7"/>
                  </a:lnTo>
                  <a:lnTo>
                    <a:pt x="14" y="2"/>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50" name="Google Shape;950;p1"/>
            <p:cNvSpPr/>
            <p:nvPr/>
          </p:nvSpPr>
          <p:spPr>
            <a:xfrm>
              <a:off x="6082761" y="3117078"/>
              <a:ext cx="54369" cy="74992"/>
            </a:xfrm>
            <a:custGeom>
              <a:rect b="b" l="l" r="r" t="t"/>
              <a:pathLst>
                <a:path extrusionOk="0" h="80" w="58">
                  <a:moveTo>
                    <a:pt x="14" y="0"/>
                  </a:moveTo>
                  <a:lnTo>
                    <a:pt x="30" y="0"/>
                  </a:lnTo>
                  <a:lnTo>
                    <a:pt x="35" y="3"/>
                  </a:lnTo>
                  <a:lnTo>
                    <a:pt x="40" y="7"/>
                  </a:lnTo>
                  <a:lnTo>
                    <a:pt x="44" y="14"/>
                  </a:lnTo>
                  <a:lnTo>
                    <a:pt x="56" y="47"/>
                  </a:lnTo>
                  <a:lnTo>
                    <a:pt x="58" y="54"/>
                  </a:lnTo>
                  <a:lnTo>
                    <a:pt x="58" y="61"/>
                  </a:lnTo>
                  <a:lnTo>
                    <a:pt x="54" y="68"/>
                  </a:lnTo>
                  <a:lnTo>
                    <a:pt x="51" y="73"/>
                  </a:lnTo>
                  <a:lnTo>
                    <a:pt x="44" y="77"/>
                  </a:lnTo>
                  <a:lnTo>
                    <a:pt x="37" y="80"/>
                  </a:lnTo>
                  <a:lnTo>
                    <a:pt x="28" y="77"/>
                  </a:lnTo>
                  <a:lnTo>
                    <a:pt x="23" y="75"/>
                  </a:lnTo>
                  <a:lnTo>
                    <a:pt x="19" y="70"/>
                  </a:lnTo>
                  <a:lnTo>
                    <a:pt x="14" y="63"/>
                  </a:lnTo>
                  <a:lnTo>
                    <a:pt x="2" y="31"/>
                  </a:lnTo>
                  <a:lnTo>
                    <a:pt x="0" y="24"/>
                  </a:lnTo>
                  <a:lnTo>
                    <a:pt x="0" y="17"/>
                  </a:lnTo>
                  <a:lnTo>
                    <a:pt x="5" y="10"/>
                  </a:lnTo>
                  <a:lnTo>
                    <a:pt x="7" y="5"/>
                  </a:lnTo>
                  <a:lnTo>
                    <a:pt x="1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51" name="Google Shape;951;p1"/>
            <p:cNvSpPr/>
            <p:nvPr/>
          </p:nvSpPr>
          <p:spPr>
            <a:xfrm>
              <a:off x="6030267" y="3139576"/>
              <a:ext cx="54369" cy="74055"/>
            </a:xfrm>
            <a:custGeom>
              <a:rect b="b" l="l" r="r" t="t"/>
              <a:pathLst>
                <a:path extrusionOk="0" h="79" w="58">
                  <a:moveTo>
                    <a:pt x="21" y="0"/>
                  </a:moveTo>
                  <a:lnTo>
                    <a:pt x="30" y="0"/>
                  </a:lnTo>
                  <a:lnTo>
                    <a:pt x="35" y="4"/>
                  </a:lnTo>
                  <a:lnTo>
                    <a:pt x="40" y="7"/>
                  </a:lnTo>
                  <a:lnTo>
                    <a:pt x="44" y="14"/>
                  </a:lnTo>
                  <a:lnTo>
                    <a:pt x="58" y="56"/>
                  </a:lnTo>
                  <a:lnTo>
                    <a:pt x="58" y="63"/>
                  </a:lnTo>
                  <a:lnTo>
                    <a:pt x="54" y="67"/>
                  </a:lnTo>
                  <a:lnTo>
                    <a:pt x="51" y="72"/>
                  </a:lnTo>
                  <a:lnTo>
                    <a:pt x="44" y="77"/>
                  </a:lnTo>
                  <a:lnTo>
                    <a:pt x="37" y="79"/>
                  </a:lnTo>
                  <a:lnTo>
                    <a:pt x="23" y="74"/>
                  </a:lnTo>
                  <a:lnTo>
                    <a:pt x="19" y="70"/>
                  </a:lnTo>
                  <a:lnTo>
                    <a:pt x="14" y="63"/>
                  </a:lnTo>
                  <a:lnTo>
                    <a:pt x="3" y="30"/>
                  </a:lnTo>
                  <a:lnTo>
                    <a:pt x="0" y="23"/>
                  </a:lnTo>
                  <a:lnTo>
                    <a:pt x="0" y="16"/>
                  </a:lnTo>
                  <a:lnTo>
                    <a:pt x="5" y="9"/>
                  </a:lnTo>
                  <a:lnTo>
                    <a:pt x="7" y="4"/>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pic>
        <p:nvPicPr>
          <p:cNvPr descr="http://spark.apache.org/images/spark-logo-trademark.png" id="952" name="Google Shape;952;p1"/>
          <p:cNvPicPr preferRelativeResize="0"/>
          <p:nvPr/>
        </p:nvPicPr>
        <p:blipFill rotWithShape="1">
          <a:blip r:embed="rId3">
            <a:alphaModFix/>
          </a:blip>
          <a:srcRect b="0" l="0" r="0" t="0"/>
          <a:stretch/>
        </p:blipFill>
        <p:spPr>
          <a:xfrm>
            <a:off x="8379765" y="4779114"/>
            <a:ext cx="1470179" cy="78201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2"/>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What to Expect from this </a:t>
            </a:r>
            <a:r>
              <a:rPr b="1" lang="en-US">
                <a:solidFill>
                  <a:schemeClr val="dk2"/>
                </a:solidFill>
                <a:latin typeface="Calibri"/>
                <a:ea typeface="Calibri"/>
                <a:cs typeface="Calibri"/>
                <a:sym typeface="Calibri"/>
              </a:rPr>
              <a:t>talk</a:t>
            </a:r>
            <a:endParaRPr b="1">
              <a:solidFill>
                <a:schemeClr val="dk2"/>
              </a:solidFill>
              <a:latin typeface="Calibri"/>
              <a:ea typeface="Calibri"/>
              <a:cs typeface="Calibri"/>
              <a:sym typeface="Calibri"/>
            </a:endParaRPr>
          </a:p>
        </p:txBody>
      </p:sp>
      <p:sp>
        <p:nvSpPr>
          <p:cNvPr id="959" name="Google Shape;959;p2"/>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Introduction to Big Data </a:t>
            </a:r>
            <a:endParaRPr/>
          </a:p>
          <a:p>
            <a:pPr indent="-457120" lvl="0" marL="457120" rtl="0" algn="l">
              <a:spcBef>
                <a:spcPts val="720"/>
              </a:spcBef>
              <a:spcAft>
                <a:spcPts val="0"/>
              </a:spcAft>
              <a:buClr>
                <a:schemeClr val="dk1"/>
              </a:buClr>
              <a:buSzPts val="3600"/>
              <a:buChar char="•"/>
            </a:pPr>
            <a:r>
              <a:rPr lang="en-US"/>
              <a:t>Introduction to Apache Spark</a:t>
            </a:r>
            <a:endParaRPr/>
          </a:p>
          <a:p>
            <a:pPr indent="-457120" lvl="0" marL="457120" rtl="0" algn="l">
              <a:spcBef>
                <a:spcPts val="720"/>
              </a:spcBef>
              <a:spcAft>
                <a:spcPts val="0"/>
              </a:spcAft>
              <a:buClr>
                <a:schemeClr val="dk1"/>
              </a:buClr>
              <a:buSzPts val="3600"/>
              <a:buChar char="•"/>
            </a:pPr>
            <a:r>
              <a:rPr lang="en-US"/>
              <a:t>How to process Big Data using </a:t>
            </a:r>
            <a:r>
              <a:rPr lang="en-US">
                <a:latin typeface="Calibri"/>
                <a:ea typeface="Calibri"/>
                <a:cs typeface="Calibri"/>
                <a:sym typeface="Calibri"/>
              </a:rPr>
              <a:t>Py</a:t>
            </a:r>
            <a:r>
              <a:rPr lang="en-US"/>
              <a:t>Spark</a:t>
            </a:r>
            <a:endParaRPr/>
          </a:p>
          <a:p>
            <a:pPr indent="-228520" lvl="0" marL="457120" rtl="0" algn="l">
              <a:spcBef>
                <a:spcPts val="720"/>
              </a:spcBef>
              <a:spcAft>
                <a:spcPts val="0"/>
              </a:spcAft>
              <a:buClr>
                <a:schemeClr val="dk1"/>
              </a:buClr>
              <a:buSzPts val="3600"/>
              <a:buNone/>
            </a:pPr>
            <a:r>
              <a:t/>
            </a:r>
            <a:endParaRPr/>
          </a:p>
          <a:p>
            <a:pPr indent="-228520" lvl="0" marL="457120" rtl="0" algn="l">
              <a:spcBef>
                <a:spcPts val="720"/>
              </a:spcBef>
              <a:spcAft>
                <a:spcPts val="0"/>
              </a:spcAft>
              <a:buClr>
                <a:schemeClr val="dk1"/>
              </a:buClr>
              <a:buSzPts val="36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3"/>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latin typeface="Calibri"/>
                <a:ea typeface="Calibri"/>
                <a:cs typeface="Calibri"/>
                <a:sym typeface="Calibri"/>
              </a:rPr>
              <a:t>Motivation</a:t>
            </a:r>
            <a:endParaRPr b="1">
              <a:solidFill>
                <a:schemeClr val="dk2"/>
              </a:solidFill>
              <a:latin typeface="Calibri"/>
              <a:ea typeface="Calibri"/>
              <a:cs typeface="Calibri"/>
              <a:sym typeface="Calibri"/>
            </a:endParaRPr>
          </a:p>
        </p:txBody>
      </p:sp>
      <p:sp>
        <p:nvSpPr>
          <p:cNvPr id="966" name="Google Shape;966;p3"/>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0" lvl="0" marL="0" rtl="0" algn="l">
              <a:lnSpc>
                <a:spcPct val="90000"/>
              </a:lnSpc>
              <a:spcBef>
                <a:spcPts val="0"/>
              </a:spcBef>
              <a:spcAft>
                <a:spcPts val="0"/>
              </a:spcAft>
              <a:buClr>
                <a:schemeClr val="dk1"/>
              </a:buClr>
              <a:buSzPts val="3330"/>
              <a:buNone/>
            </a:pPr>
            <a:r>
              <a:rPr lang="en-US" sz="3330">
                <a:latin typeface="Calibri"/>
                <a:ea typeface="Calibri"/>
                <a:cs typeface="Calibri"/>
                <a:sym typeface="Calibri"/>
              </a:rPr>
              <a:t>Why Spark?</a:t>
            </a:r>
            <a:endParaRPr/>
          </a:p>
          <a:p>
            <a:pPr indent="-457120" lvl="0" marL="457120" rtl="0" algn="l">
              <a:lnSpc>
                <a:spcPct val="90000"/>
              </a:lnSpc>
              <a:spcBef>
                <a:spcPts val="666"/>
              </a:spcBef>
              <a:spcAft>
                <a:spcPts val="0"/>
              </a:spcAft>
              <a:buClr>
                <a:schemeClr val="dk1"/>
              </a:buClr>
              <a:buSzPts val="3330"/>
              <a:buFont typeface="Arial"/>
              <a:buChar char="•"/>
            </a:pPr>
            <a:r>
              <a:rPr lang="en-US" sz="3330">
                <a:latin typeface="Calibri"/>
                <a:ea typeface="Calibri"/>
                <a:cs typeface="Calibri"/>
                <a:sym typeface="Calibri"/>
              </a:rPr>
              <a:t>Big Data is becoming bigger and bigger.</a:t>
            </a:r>
            <a:endParaRPr/>
          </a:p>
          <a:p>
            <a:pPr indent="-457120" lvl="0" marL="457120" rtl="0" algn="l">
              <a:lnSpc>
                <a:spcPct val="90000"/>
              </a:lnSpc>
              <a:spcBef>
                <a:spcPts val="666"/>
              </a:spcBef>
              <a:spcAft>
                <a:spcPts val="0"/>
              </a:spcAft>
              <a:buClr>
                <a:schemeClr val="dk1"/>
              </a:buClr>
              <a:buSzPts val="3330"/>
              <a:buFont typeface="Arial"/>
              <a:buChar char="•"/>
            </a:pPr>
            <a:r>
              <a:rPr lang="en-US" sz="3330">
                <a:latin typeface="Calibri"/>
                <a:ea typeface="Calibri"/>
                <a:cs typeface="Calibri"/>
                <a:sym typeface="Calibri"/>
              </a:rPr>
              <a:t>Store, process and use big amount of data for machine learning.</a:t>
            </a:r>
            <a:endParaRPr sz="3330">
              <a:latin typeface="Calibri"/>
              <a:ea typeface="Calibri"/>
              <a:cs typeface="Calibri"/>
              <a:sym typeface="Calibri"/>
            </a:endParaRPr>
          </a:p>
          <a:p>
            <a:pPr indent="-245665" lvl="0" marL="457120" rtl="0" algn="l">
              <a:lnSpc>
                <a:spcPct val="90000"/>
              </a:lnSpc>
              <a:spcBef>
                <a:spcPts val="666"/>
              </a:spcBef>
              <a:spcAft>
                <a:spcPts val="0"/>
              </a:spcAft>
              <a:buClr>
                <a:schemeClr val="dk1"/>
              </a:buClr>
              <a:buSzPts val="3330"/>
              <a:buFont typeface="Arial"/>
              <a:buNone/>
            </a:pPr>
            <a:r>
              <a:t/>
            </a:r>
            <a:endParaRPr sz="3330">
              <a:latin typeface="Calibri"/>
              <a:ea typeface="Calibri"/>
              <a:cs typeface="Calibri"/>
              <a:sym typeface="Calibri"/>
            </a:endParaRPr>
          </a:p>
          <a:p>
            <a:pPr indent="0" lvl="0" marL="0" rtl="0" algn="l">
              <a:lnSpc>
                <a:spcPct val="90000"/>
              </a:lnSpc>
              <a:spcBef>
                <a:spcPts val="666"/>
              </a:spcBef>
              <a:spcAft>
                <a:spcPts val="0"/>
              </a:spcAft>
              <a:buClr>
                <a:schemeClr val="dk1"/>
              </a:buClr>
              <a:buSzPts val="3330"/>
              <a:buNone/>
            </a:pPr>
            <a:r>
              <a:rPr lang="en-US" sz="3330"/>
              <a:t>Prerequisites</a:t>
            </a:r>
            <a:endParaRPr sz="3330">
              <a:latin typeface="Calibri"/>
              <a:ea typeface="Calibri"/>
              <a:cs typeface="Calibri"/>
              <a:sym typeface="Calibri"/>
            </a:endParaRPr>
          </a:p>
          <a:p>
            <a:pPr indent="-457120" lvl="0" marL="457120" rtl="0" algn="l">
              <a:lnSpc>
                <a:spcPct val="90000"/>
              </a:lnSpc>
              <a:spcBef>
                <a:spcPts val="666"/>
              </a:spcBef>
              <a:spcAft>
                <a:spcPts val="0"/>
              </a:spcAft>
              <a:buClr>
                <a:schemeClr val="dk1"/>
              </a:buClr>
              <a:buSzPts val="3330"/>
              <a:buChar char="•"/>
            </a:pPr>
            <a:r>
              <a:rPr lang="en-US" sz="3330">
                <a:latin typeface="Calibri"/>
                <a:ea typeface="Calibri"/>
                <a:cs typeface="Calibri"/>
                <a:sym typeface="Calibri"/>
              </a:rPr>
              <a:t>Originally, it’s in Scala</a:t>
            </a:r>
            <a:endParaRPr sz="3330">
              <a:latin typeface="Calibri"/>
              <a:ea typeface="Calibri"/>
              <a:cs typeface="Calibri"/>
              <a:sym typeface="Calibri"/>
            </a:endParaRPr>
          </a:p>
          <a:p>
            <a:pPr indent="-457120" lvl="0" marL="457120" rtl="0" algn="l">
              <a:lnSpc>
                <a:spcPct val="90000"/>
              </a:lnSpc>
              <a:spcBef>
                <a:spcPts val="666"/>
              </a:spcBef>
              <a:spcAft>
                <a:spcPts val="0"/>
              </a:spcAft>
              <a:buClr>
                <a:schemeClr val="dk1"/>
              </a:buClr>
              <a:buSzPts val="3330"/>
              <a:buChar char="•"/>
            </a:pPr>
            <a:r>
              <a:rPr lang="en-US" sz="3330"/>
              <a:t>Basic programming skills and </a:t>
            </a:r>
            <a:r>
              <a:rPr lang="en-US" sz="3330">
                <a:latin typeface="Calibri"/>
                <a:ea typeface="Calibri"/>
                <a:cs typeface="Calibri"/>
                <a:sym typeface="Calibri"/>
              </a:rPr>
              <a:t>some analytical </a:t>
            </a:r>
            <a:r>
              <a:rPr lang="en-US" sz="3330"/>
              <a:t>experience</a:t>
            </a:r>
            <a:r>
              <a:rPr lang="en-US" sz="3330">
                <a:latin typeface="Calibri"/>
                <a:ea typeface="Calibri"/>
                <a:cs typeface="Calibri"/>
                <a:sym typeface="Calibri"/>
              </a:rPr>
              <a:t>s</a:t>
            </a:r>
            <a:endParaRPr sz="3330">
              <a:latin typeface="Calibri"/>
              <a:ea typeface="Calibri"/>
              <a:cs typeface="Calibri"/>
              <a:sym typeface="Calibri"/>
            </a:endParaRPr>
          </a:p>
          <a:p>
            <a:pPr indent="-457120" lvl="0" marL="457120" rtl="0" algn="l">
              <a:lnSpc>
                <a:spcPct val="90000"/>
              </a:lnSpc>
              <a:spcBef>
                <a:spcPts val="666"/>
              </a:spcBef>
              <a:spcAft>
                <a:spcPts val="0"/>
              </a:spcAft>
              <a:buClr>
                <a:schemeClr val="dk1"/>
              </a:buClr>
              <a:buSzPts val="3330"/>
              <a:buChar char="•"/>
            </a:pPr>
            <a:r>
              <a:rPr lang="en-US" sz="3330"/>
              <a:t>Some experience</a:t>
            </a:r>
            <a:r>
              <a:rPr lang="en-US" sz="3330">
                <a:latin typeface="Calibri"/>
                <a:ea typeface="Calibri"/>
                <a:cs typeface="Calibri"/>
                <a:sym typeface="Calibri"/>
              </a:rPr>
              <a:t>s</a:t>
            </a:r>
            <a:r>
              <a:rPr lang="en-US" sz="3330"/>
              <a:t> with Python </a:t>
            </a:r>
            <a:endParaRPr sz="333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4"/>
          <p:cNvSpPr/>
          <p:nvPr/>
        </p:nvSpPr>
        <p:spPr>
          <a:xfrm>
            <a:off x="1410401" y="533400"/>
            <a:ext cx="3329152" cy="5638800"/>
          </a:xfrm>
          <a:custGeom>
            <a:rect b="b" l="l" r="r" t="t"/>
            <a:pathLst>
              <a:path extrusionOk="0" h="4887310" w="3799490">
                <a:moveTo>
                  <a:pt x="63062" y="1497724"/>
                </a:moveTo>
                <a:cubicBezTo>
                  <a:pt x="78828" y="1489841"/>
                  <a:pt x="118912" y="1495746"/>
                  <a:pt x="141890" y="1481959"/>
                </a:cubicBezTo>
                <a:cubicBezTo>
                  <a:pt x="171244" y="1464346"/>
                  <a:pt x="232163" y="1396004"/>
                  <a:pt x="252248" y="1355834"/>
                </a:cubicBezTo>
                <a:cubicBezTo>
                  <a:pt x="317521" y="1225290"/>
                  <a:pt x="209181" y="1396789"/>
                  <a:pt x="299545" y="1261241"/>
                </a:cubicBezTo>
                <a:cubicBezTo>
                  <a:pt x="304800" y="1240220"/>
                  <a:pt x="310610" y="1219331"/>
                  <a:pt x="315310" y="1198179"/>
                </a:cubicBezTo>
                <a:cubicBezTo>
                  <a:pt x="322504" y="1165806"/>
                  <a:pt x="329940" y="1105857"/>
                  <a:pt x="346841" y="1072055"/>
                </a:cubicBezTo>
                <a:cubicBezTo>
                  <a:pt x="379187" y="1007363"/>
                  <a:pt x="370803" y="1042102"/>
                  <a:pt x="409903" y="993227"/>
                </a:cubicBezTo>
                <a:cubicBezTo>
                  <a:pt x="421739" y="978431"/>
                  <a:pt x="426638" y="957767"/>
                  <a:pt x="441434" y="945931"/>
                </a:cubicBezTo>
                <a:cubicBezTo>
                  <a:pt x="454411" y="935550"/>
                  <a:pt x="473867" y="937597"/>
                  <a:pt x="488731" y="930165"/>
                </a:cubicBezTo>
                <a:cubicBezTo>
                  <a:pt x="505678" y="921691"/>
                  <a:pt x="518220" y="905109"/>
                  <a:pt x="536027" y="898634"/>
                </a:cubicBezTo>
                <a:cubicBezTo>
                  <a:pt x="576753" y="883824"/>
                  <a:pt x="621040" y="880807"/>
                  <a:pt x="662152" y="867103"/>
                </a:cubicBezTo>
                <a:lnTo>
                  <a:pt x="756745" y="835572"/>
                </a:lnTo>
                <a:lnTo>
                  <a:pt x="804041" y="819807"/>
                </a:lnTo>
                <a:cubicBezTo>
                  <a:pt x="851542" y="788140"/>
                  <a:pt x="858393" y="780749"/>
                  <a:pt x="914400" y="756745"/>
                </a:cubicBezTo>
                <a:cubicBezTo>
                  <a:pt x="946071" y="743172"/>
                  <a:pt x="992749" y="733216"/>
                  <a:pt x="1024759" y="725214"/>
                </a:cubicBezTo>
                <a:cubicBezTo>
                  <a:pt x="1040524" y="714704"/>
                  <a:pt x="1055604" y="703084"/>
                  <a:pt x="1072055" y="693683"/>
                </a:cubicBezTo>
                <a:cubicBezTo>
                  <a:pt x="1112021" y="670845"/>
                  <a:pt x="1147846" y="661348"/>
                  <a:pt x="1182414" y="630621"/>
                </a:cubicBezTo>
                <a:cubicBezTo>
                  <a:pt x="1379512" y="455422"/>
                  <a:pt x="1214409" y="601687"/>
                  <a:pt x="1308538" y="488731"/>
                </a:cubicBezTo>
                <a:cubicBezTo>
                  <a:pt x="1352119" y="436433"/>
                  <a:pt x="1358009" y="452849"/>
                  <a:pt x="1387365" y="394138"/>
                </a:cubicBezTo>
                <a:cubicBezTo>
                  <a:pt x="1452637" y="263595"/>
                  <a:pt x="1344300" y="435087"/>
                  <a:pt x="1434662" y="299545"/>
                </a:cubicBezTo>
                <a:cubicBezTo>
                  <a:pt x="1447485" y="261075"/>
                  <a:pt x="1451394" y="235516"/>
                  <a:pt x="1481959" y="204952"/>
                </a:cubicBezTo>
                <a:cubicBezTo>
                  <a:pt x="1495357" y="191554"/>
                  <a:pt x="1513490" y="183931"/>
                  <a:pt x="1529255" y="173421"/>
                </a:cubicBezTo>
                <a:cubicBezTo>
                  <a:pt x="1576552" y="178676"/>
                  <a:pt x="1626961" y="171512"/>
                  <a:pt x="1671145" y="189186"/>
                </a:cubicBezTo>
                <a:cubicBezTo>
                  <a:pt x="1686575" y="195358"/>
                  <a:pt x="1683937" y="220133"/>
                  <a:pt x="1686910" y="236483"/>
                </a:cubicBezTo>
                <a:cubicBezTo>
                  <a:pt x="1694489" y="278168"/>
                  <a:pt x="1697421" y="320566"/>
                  <a:pt x="1702676" y="362607"/>
                </a:cubicBezTo>
                <a:cubicBezTo>
                  <a:pt x="1728952" y="357352"/>
                  <a:pt x="1757109" y="357929"/>
                  <a:pt x="1781503" y="346841"/>
                </a:cubicBezTo>
                <a:cubicBezTo>
                  <a:pt x="1828662" y="325405"/>
                  <a:pt x="1888122" y="278808"/>
                  <a:pt x="1923393" y="236483"/>
                </a:cubicBezTo>
                <a:cubicBezTo>
                  <a:pt x="1989084" y="157654"/>
                  <a:pt x="1915508" y="215463"/>
                  <a:pt x="2002221" y="157655"/>
                </a:cubicBezTo>
                <a:cubicBezTo>
                  <a:pt x="2046878" y="23681"/>
                  <a:pt x="1984597" y="187026"/>
                  <a:pt x="2049517" y="78827"/>
                </a:cubicBezTo>
                <a:cubicBezTo>
                  <a:pt x="2100283" y="-5783"/>
                  <a:pt x="2018381" y="62799"/>
                  <a:pt x="2112579" y="0"/>
                </a:cubicBezTo>
                <a:cubicBezTo>
                  <a:pt x="2165131" y="5255"/>
                  <a:pt x="2221848" y="-5404"/>
                  <a:pt x="2270234" y="15765"/>
                </a:cubicBezTo>
                <a:cubicBezTo>
                  <a:pt x="2311087" y="33638"/>
                  <a:pt x="2333296" y="78828"/>
                  <a:pt x="2364827" y="110359"/>
                </a:cubicBezTo>
                <a:cubicBezTo>
                  <a:pt x="2375338" y="120870"/>
                  <a:pt x="2382258" y="137190"/>
                  <a:pt x="2396359" y="141890"/>
                </a:cubicBezTo>
                <a:lnTo>
                  <a:pt x="2443655" y="157655"/>
                </a:lnTo>
                <a:cubicBezTo>
                  <a:pt x="2475186" y="178676"/>
                  <a:pt x="2500868" y="214487"/>
                  <a:pt x="2538248" y="220717"/>
                </a:cubicBezTo>
                <a:cubicBezTo>
                  <a:pt x="2569779" y="225972"/>
                  <a:pt x="2601496" y="230214"/>
                  <a:pt x="2632841" y="236483"/>
                </a:cubicBezTo>
                <a:cubicBezTo>
                  <a:pt x="2682337" y="246382"/>
                  <a:pt x="2698117" y="252986"/>
                  <a:pt x="2743200" y="268014"/>
                </a:cubicBezTo>
                <a:cubicBezTo>
                  <a:pt x="2773228" y="358100"/>
                  <a:pt x="2734191" y="283030"/>
                  <a:pt x="2806262" y="331076"/>
                </a:cubicBezTo>
                <a:cubicBezTo>
                  <a:pt x="2919824" y="406783"/>
                  <a:pt x="2774828" y="362625"/>
                  <a:pt x="2932386" y="394138"/>
                </a:cubicBezTo>
                <a:cubicBezTo>
                  <a:pt x="2937641" y="409903"/>
                  <a:pt x="2938934" y="427607"/>
                  <a:pt x="2948152" y="441434"/>
                </a:cubicBezTo>
                <a:cubicBezTo>
                  <a:pt x="3017882" y="546030"/>
                  <a:pt x="2975401" y="432872"/>
                  <a:pt x="3026979" y="536027"/>
                </a:cubicBezTo>
                <a:cubicBezTo>
                  <a:pt x="3034411" y="550891"/>
                  <a:pt x="3038180" y="567345"/>
                  <a:pt x="3042745" y="583324"/>
                </a:cubicBezTo>
                <a:cubicBezTo>
                  <a:pt x="3059479" y="641895"/>
                  <a:pt x="3060870" y="700511"/>
                  <a:pt x="3121572" y="740979"/>
                </a:cubicBezTo>
                <a:cubicBezTo>
                  <a:pt x="3137338" y="751489"/>
                  <a:pt x="3154313" y="760380"/>
                  <a:pt x="3168869" y="772510"/>
                </a:cubicBezTo>
                <a:cubicBezTo>
                  <a:pt x="3195074" y="794348"/>
                  <a:pt x="3233107" y="834278"/>
                  <a:pt x="3247696" y="867103"/>
                </a:cubicBezTo>
                <a:cubicBezTo>
                  <a:pt x="3261195" y="897475"/>
                  <a:pt x="3268717" y="930165"/>
                  <a:pt x="3279227" y="961696"/>
                </a:cubicBezTo>
                <a:cubicBezTo>
                  <a:pt x="3284482" y="977462"/>
                  <a:pt x="3285775" y="995166"/>
                  <a:pt x="3294993" y="1008993"/>
                </a:cubicBezTo>
                <a:cubicBezTo>
                  <a:pt x="3316014" y="1040524"/>
                  <a:pt x="3346071" y="1067635"/>
                  <a:pt x="3358055" y="1103586"/>
                </a:cubicBezTo>
                <a:cubicBezTo>
                  <a:pt x="3363310" y="1119352"/>
                  <a:pt x="3363618" y="1137765"/>
                  <a:pt x="3373821" y="1150883"/>
                </a:cubicBezTo>
                <a:cubicBezTo>
                  <a:pt x="3401198" y="1186081"/>
                  <a:pt x="3468414" y="1245476"/>
                  <a:pt x="3468414" y="1245476"/>
                </a:cubicBezTo>
                <a:cubicBezTo>
                  <a:pt x="3483438" y="1290549"/>
                  <a:pt x="3490048" y="1306350"/>
                  <a:pt x="3499945" y="1355834"/>
                </a:cubicBezTo>
                <a:cubicBezTo>
                  <a:pt x="3504836" y="1380291"/>
                  <a:pt x="3517742" y="1481445"/>
                  <a:pt x="3531476" y="1513490"/>
                </a:cubicBezTo>
                <a:cubicBezTo>
                  <a:pt x="3538940" y="1530906"/>
                  <a:pt x="3553606" y="1544335"/>
                  <a:pt x="3563007" y="1560786"/>
                </a:cubicBezTo>
                <a:cubicBezTo>
                  <a:pt x="3574667" y="1581191"/>
                  <a:pt x="3585810" y="1602027"/>
                  <a:pt x="3594538" y="1623848"/>
                </a:cubicBezTo>
                <a:cubicBezTo>
                  <a:pt x="3594551" y="1623881"/>
                  <a:pt x="3633946" y="1742073"/>
                  <a:pt x="3641834" y="1765738"/>
                </a:cubicBezTo>
                <a:cubicBezTo>
                  <a:pt x="3647089" y="1781503"/>
                  <a:pt x="3650168" y="1798170"/>
                  <a:pt x="3657600" y="1813034"/>
                </a:cubicBezTo>
                <a:cubicBezTo>
                  <a:pt x="3697605" y="1893044"/>
                  <a:pt x="3676095" y="1856541"/>
                  <a:pt x="3720662" y="1923393"/>
                </a:cubicBezTo>
                <a:cubicBezTo>
                  <a:pt x="3725917" y="1939159"/>
                  <a:pt x="3733454" y="1954340"/>
                  <a:pt x="3736427" y="1970690"/>
                </a:cubicBezTo>
                <a:cubicBezTo>
                  <a:pt x="3758969" y="2094673"/>
                  <a:pt x="3746533" y="2110146"/>
                  <a:pt x="3767959" y="2238703"/>
                </a:cubicBezTo>
                <a:cubicBezTo>
                  <a:pt x="3770691" y="2255095"/>
                  <a:pt x="3779693" y="2269878"/>
                  <a:pt x="3783724" y="2286000"/>
                </a:cubicBezTo>
                <a:cubicBezTo>
                  <a:pt x="3790223" y="2311996"/>
                  <a:pt x="3794235" y="2338551"/>
                  <a:pt x="3799490" y="2364827"/>
                </a:cubicBezTo>
                <a:cubicBezTo>
                  <a:pt x="3794235" y="2543503"/>
                  <a:pt x="3792029" y="2722295"/>
                  <a:pt x="3783724" y="2900855"/>
                </a:cubicBezTo>
                <a:cubicBezTo>
                  <a:pt x="3778015" y="3023588"/>
                  <a:pt x="3778855" y="3010057"/>
                  <a:pt x="3752193" y="3090041"/>
                </a:cubicBezTo>
                <a:cubicBezTo>
                  <a:pt x="3731063" y="3512631"/>
                  <a:pt x="3836978" y="3357754"/>
                  <a:pt x="3689131" y="3421117"/>
                </a:cubicBezTo>
                <a:cubicBezTo>
                  <a:pt x="3667529" y="3430375"/>
                  <a:pt x="3647090" y="3442138"/>
                  <a:pt x="3626069" y="3452648"/>
                </a:cubicBezTo>
                <a:cubicBezTo>
                  <a:pt x="3526221" y="3447393"/>
                  <a:pt x="3424745" y="3455592"/>
                  <a:pt x="3326524" y="3436883"/>
                </a:cubicBezTo>
                <a:cubicBezTo>
                  <a:pt x="3307911" y="3433338"/>
                  <a:pt x="3308391" y="3402984"/>
                  <a:pt x="3294993" y="3389586"/>
                </a:cubicBezTo>
                <a:cubicBezTo>
                  <a:pt x="3281595" y="3376188"/>
                  <a:pt x="3263462" y="3368565"/>
                  <a:pt x="3247696" y="3358055"/>
                </a:cubicBezTo>
                <a:cubicBezTo>
                  <a:pt x="3221420" y="3363310"/>
                  <a:pt x="3192134" y="3360526"/>
                  <a:pt x="3168869" y="3373821"/>
                </a:cubicBezTo>
                <a:cubicBezTo>
                  <a:pt x="3152418" y="3383222"/>
                  <a:pt x="3143330" y="3403142"/>
                  <a:pt x="3137338" y="3421117"/>
                </a:cubicBezTo>
                <a:cubicBezTo>
                  <a:pt x="3120132" y="3472736"/>
                  <a:pt x="3118214" y="3596342"/>
                  <a:pt x="3105807" y="3641834"/>
                </a:cubicBezTo>
                <a:cubicBezTo>
                  <a:pt x="3100822" y="3660114"/>
                  <a:pt x="3083677" y="3672680"/>
                  <a:pt x="3074276" y="3689131"/>
                </a:cubicBezTo>
                <a:cubicBezTo>
                  <a:pt x="2943043" y="3918790"/>
                  <a:pt x="3115423" y="3622605"/>
                  <a:pt x="3026979" y="3799490"/>
                </a:cubicBezTo>
                <a:cubicBezTo>
                  <a:pt x="3018505" y="3816437"/>
                  <a:pt x="3005958" y="3831021"/>
                  <a:pt x="2995448" y="3846786"/>
                </a:cubicBezTo>
                <a:cubicBezTo>
                  <a:pt x="2934749" y="4028892"/>
                  <a:pt x="3018487" y="3763136"/>
                  <a:pt x="2963917" y="4272455"/>
                </a:cubicBezTo>
                <a:cubicBezTo>
                  <a:pt x="2960310" y="4306118"/>
                  <a:pt x="2902129" y="4375860"/>
                  <a:pt x="2885090" y="4398579"/>
                </a:cubicBezTo>
                <a:cubicBezTo>
                  <a:pt x="2879835" y="4414345"/>
                  <a:pt x="2873889" y="4429897"/>
                  <a:pt x="2869324" y="4445876"/>
                </a:cubicBezTo>
                <a:cubicBezTo>
                  <a:pt x="2863371" y="4466710"/>
                  <a:pt x="2863249" y="4489558"/>
                  <a:pt x="2853559" y="4508938"/>
                </a:cubicBezTo>
                <a:cubicBezTo>
                  <a:pt x="2846912" y="4522233"/>
                  <a:pt x="2831313" y="4528862"/>
                  <a:pt x="2822027" y="4540469"/>
                </a:cubicBezTo>
                <a:cubicBezTo>
                  <a:pt x="2810190" y="4555264"/>
                  <a:pt x="2804756" y="4575288"/>
                  <a:pt x="2790496" y="4587765"/>
                </a:cubicBezTo>
                <a:cubicBezTo>
                  <a:pt x="2657942" y="4703749"/>
                  <a:pt x="2742437" y="4619677"/>
                  <a:pt x="2648607" y="4666593"/>
                </a:cubicBezTo>
                <a:cubicBezTo>
                  <a:pt x="2631660" y="4675067"/>
                  <a:pt x="2618257" y="4689650"/>
                  <a:pt x="2601310" y="4698124"/>
                </a:cubicBezTo>
                <a:cubicBezTo>
                  <a:pt x="2562496" y="4717531"/>
                  <a:pt x="2495758" y="4723599"/>
                  <a:pt x="2459421" y="4729655"/>
                </a:cubicBezTo>
                <a:cubicBezTo>
                  <a:pt x="2443655" y="4740165"/>
                  <a:pt x="2419819" y="4743871"/>
                  <a:pt x="2412124" y="4761186"/>
                </a:cubicBezTo>
                <a:cubicBezTo>
                  <a:pt x="2349113" y="4902961"/>
                  <a:pt x="2451690" y="4853102"/>
                  <a:pt x="2349062" y="4887310"/>
                </a:cubicBezTo>
                <a:cubicBezTo>
                  <a:pt x="2322786" y="4882055"/>
                  <a:pt x="2293500" y="4884840"/>
                  <a:pt x="2270234" y="4871545"/>
                </a:cubicBezTo>
                <a:cubicBezTo>
                  <a:pt x="2224182" y="4845229"/>
                  <a:pt x="2258480" y="4798012"/>
                  <a:pt x="2191407" y="4792717"/>
                </a:cubicBezTo>
                <a:cubicBezTo>
                  <a:pt x="2007972" y="4778235"/>
                  <a:pt x="1823545" y="4782207"/>
                  <a:pt x="1639614" y="4776952"/>
                </a:cubicBezTo>
                <a:cubicBezTo>
                  <a:pt x="1554699" y="4769232"/>
                  <a:pt x="1479439" y="4790197"/>
                  <a:pt x="1418896" y="4729655"/>
                </a:cubicBezTo>
                <a:cubicBezTo>
                  <a:pt x="1405498" y="4716257"/>
                  <a:pt x="1397875" y="4698124"/>
                  <a:pt x="1387365" y="4682359"/>
                </a:cubicBezTo>
                <a:cubicBezTo>
                  <a:pt x="1376980" y="4651202"/>
                  <a:pt x="1367853" y="4609992"/>
                  <a:pt x="1340069" y="4587765"/>
                </a:cubicBezTo>
                <a:cubicBezTo>
                  <a:pt x="1327092" y="4577384"/>
                  <a:pt x="1308538" y="4577255"/>
                  <a:pt x="1292772" y="4572000"/>
                </a:cubicBezTo>
                <a:cubicBezTo>
                  <a:pt x="1282262" y="4556234"/>
                  <a:pt x="1274639" y="4538101"/>
                  <a:pt x="1261241" y="4524703"/>
                </a:cubicBezTo>
                <a:cubicBezTo>
                  <a:pt x="1247843" y="4511305"/>
                  <a:pt x="1225782" y="4507968"/>
                  <a:pt x="1213945" y="4493172"/>
                </a:cubicBezTo>
                <a:cubicBezTo>
                  <a:pt x="1203564" y="4480195"/>
                  <a:pt x="1205611" y="4460740"/>
                  <a:pt x="1198179" y="4445876"/>
                </a:cubicBezTo>
                <a:cubicBezTo>
                  <a:pt x="1189705" y="4428929"/>
                  <a:pt x="1176049" y="4415030"/>
                  <a:pt x="1166648" y="4398579"/>
                </a:cubicBezTo>
                <a:cubicBezTo>
                  <a:pt x="1154988" y="4378174"/>
                  <a:pt x="1145627" y="4356538"/>
                  <a:pt x="1135117" y="4335517"/>
                </a:cubicBezTo>
                <a:cubicBezTo>
                  <a:pt x="1129862" y="4256689"/>
                  <a:pt x="1130525" y="4177243"/>
                  <a:pt x="1119352" y="4099034"/>
                </a:cubicBezTo>
                <a:cubicBezTo>
                  <a:pt x="1114652" y="4066131"/>
                  <a:pt x="1098331" y="4035972"/>
                  <a:pt x="1087821" y="4004441"/>
                </a:cubicBezTo>
                <a:cubicBezTo>
                  <a:pt x="1066064" y="3939171"/>
                  <a:pt x="1081272" y="3970970"/>
                  <a:pt x="1040524" y="3909848"/>
                </a:cubicBezTo>
                <a:cubicBezTo>
                  <a:pt x="1000899" y="3790970"/>
                  <a:pt x="1054351" y="3937502"/>
                  <a:pt x="993227" y="3815255"/>
                </a:cubicBezTo>
                <a:cubicBezTo>
                  <a:pt x="985795" y="3800391"/>
                  <a:pt x="987433" y="3781253"/>
                  <a:pt x="977462" y="3767959"/>
                </a:cubicBezTo>
                <a:cubicBezTo>
                  <a:pt x="955166" y="3738231"/>
                  <a:pt x="924910" y="3715407"/>
                  <a:pt x="898634" y="3689131"/>
                </a:cubicBezTo>
                <a:cubicBezTo>
                  <a:pt x="882869" y="3673365"/>
                  <a:pt x="863705" y="3660385"/>
                  <a:pt x="851338" y="3641834"/>
                </a:cubicBezTo>
                <a:cubicBezTo>
                  <a:pt x="830317" y="3610303"/>
                  <a:pt x="815072" y="3574037"/>
                  <a:pt x="788276" y="3547241"/>
                </a:cubicBezTo>
                <a:lnTo>
                  <a:pt x="693683" y="3452648"/>
                </a:lnTo>
                <a:lnTo>
                  <a:pt x="646386" y="3405352"/>
                </a:lnTo>
                <a:cubicBezTo>
                  <a:pt x="641131" y="3379076"/>
                  <a:pt x="637671" y="3352376"/>
                  <a:pt x="630621" y="3326524"/>
                </a:cubicBezTo>
                <a:cubicBezTo>
                  <a:pt x="621876" y="3294459"/>
                  <a:pt x="605608" y="3264522"/>
                  <a:pt x="599090" y="3231931"/>
                </a:cubicBezTo>
                <a:cubicBezTo>
                  <a:pt x="593835" y="3205655"/>
                  <a:pt x="605620" y="3167967"/>
                  <a:pt x="583324" y="3153103"/>
                </a:cubicBezTo>
                <a:cubicBezTo>
                  <a:pt x="548071" y="3129601"/>
                  <a:pt x="499076" y="3143780"/>
                  <a:pt x="457200" y="3137338"/>
                </a:cubicBezTo>
                <a:cubicBezTo>
                  <a:pt x="430715" y="3133263"/>
                  <a:pt x="404224" y="3128623"/>
                  <a:pt x="378372" y="3121572"/>
                </a:cubicBezTo>
                <a:cubicBezTo>
                  <a:pt x="346307" y="3112827"/>
                  <a:pt x="283779" y="3090041"/>
                  <a:pt x="283779" y="3090041"/>
                </a:cubicBezTo>
                <a:cubicBezTo>
                  <a:pt x="278524" y="3074276"/>
                  <a:pt x="275446" y="3057609"/>
                  <a:pt x="268014" y="3042745"/>
                </a:cubicBezTo>
                <a:cubicBezTo>
                  <a:pt x="259540" y="3025797"/>
                  <a:pt x="243136" y="3013189"/>
                  <a:pt x="236483" y="2995448"/>
                </a:cubicBezTo>
                <a:cubicBezTo>
                  <a:pt x="227074" y="2970358"/>
                  <a:pt x="225972" y="2942897"/>
                  <a:pt x="220717" y="2916621"/>
                </a:cubicBezTo>
                <a:cubicBezTo>
                  <a:pt x="225972" y="2806262"/>
                  <a:pt x="227308" y="2695647"/>
                  <a:pt x="236483" y="2585545"/>
                </a:cubicBezTo>
                <a:cubicBezTo>
                  <a:pt x="237863" y="2568984"/>
                  <a:pt x="248217" y="2554370"/>
                  <a:pt x="252248" y="2538248"/>
                </a:cubicBezTo>
                <a:lnTo>
                  <a:pt x="283779" y="2412124"/>
                </a:lnTo>
                <a:cubicBezTo>
                  <a:pt x="278524" y="2291255"/>
                  <a:pt x="281881" y="2169703"/>
                  <a:pt x="268014" y="2049517"/>
                </a:cubicBezTo>
                <a:cubicBezTo>
                  <a:pt x="265842" y="2030694"/>
                  <a:pt x="249071" y="2016383"/>
                  <a:pt x="236483" y="2002221"/>
                </a:cubicBezTo>
                <a:cubicBezTo>
                  <a:pt x="206858" y="1968893"/>
                  <a:pt x="173421" y="1939158"/>
                  <a:pt x="141890" y="1907627"/>
                </a:cubicBezTo>
                <a:lnTo>
                  <a:pt x="94593" y="1860331"/>
                </a:lnTo>
                <a:lnTo>
                  <a:pt x="47296" y="1813034"/>
                </a:lnTo>
                <a:lnTo>
                  <a:pt x="15765" y="1718441"/>
                </a:lnTo>
                <a:lnTo>
                  <a:pt x="0" y="1671145"/>
                </a:lnTo>
                <a:cubicBezTo>
                  <a:pt x="5255" y="1639614"/>
                  <a:pt x="5657" y="1606878"/>
                  <a:pt x="15765" y="1576552"/>
                </a:cubicBezTo>
                <a:cubicBezTo>
                  <a:pt x="21757" y="1558576"/>
                  <a:pt x="37547" y="1545503"/>
                  <a:pt x="47296" y="1529255"/>
                </a:cubicBezTo>
                <a:cubicBezTo>
                  <a:pt x="53342" y="1519179"/>
                  <a:pt x="47296" y="1505607"/>
                  <a:pt x="63062" y="149772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973" name="Google Shape;973;p4"/>
          <p:cNvSpPr/>
          <p:nvPr/>
        </p:nvSpPr>
        <p:spPr>
          <a:xfrm>
            <a:off x="7354001" y="1284890"/>
            <a:ext cx="3329152" cy="4887310"/>
          </a:xfrm>
          <a:custGeom>
            <a:rect b="b" l="l" r="r" t="t"/>
            <a:pathLst>
              <a:path extrusionOk="0" h="4887310" w="3799490">
                <a:moveTo>
                  <a:pt x="63062" y="1497724"/>
                </a:moveTo>
                <a:cubicBezTo>
                  <a:pt x="78828" y="1489841"/>
                  <a:pt x="118912" y="1495746"/>
                  <a:pt x="141890" y="1481959"/>
                </a:cubicBezTo>
                <a:cubicBezTo>
                  <a:pt x="171244" y="1464346"/>
                  <a:pt x="232163" y="1396004"/>
                  <a:pt x="252248" y="1355834"/>
                </a:cubicBezTo>
                <a:cubicBezTo>
                  <a:pt x="317521" y="1225290"/>
                  <a:pt x="209181" y="1396789"/>
                  <a:pt x="299545" y="1261241"/>
                </a:cubicBezTo>
                <a:cubicBezTo>
                  <a:pt x="304800" y="1240220"/>
                  <a:pt x="310610" y="1219331"/>
                  <a:pt x="315310" y="1198179"/>
                </a:cubicBezTo>
                <a:cubicBezTo>
                  <a:pt x="322504" y="1165806"/>
                  <a:pt x="329940" y="1105857"/>
                  <a:pt x="346841" y="1072055"/>
                </a:cubicBezTo>
                <a:cubicBezTo>
                  <a:pt x="379187" y="1007363"/>
                  <a:pt x="370803" y="1042102"/>
                  <a:pt x="409903" y="993227"/>
                </a:cubicBezTo>
                <a:cubicBezTo>
                  <a:pt x="421739" y="978431"/>
                  <a:pt x="426638" y="957767"/>
                  <a:pt x="441434" y="945931"/>
                </a:cubicBezTo>
                <a:cubicBezTo>
                  <a:pt x="454411" y="935550"/>
                  <a:pt x="473867" y="937597"/>
                  <a:pt x="488731" y="930165"/>
                </a:cubicBezTo>
                <a:cubicBezTo>
                  <a:pt x="505678" y="921691"/>
                  <a:pt x="518220" y="905109"/>
                  <a:pt x="536027" y="898634"/>
                </a:cubicBezTo>
                <a:cubicBezTo>
                  <a:pt x="576753" y="883824"/>
                  <a:pt x="621040" y="880807"/>
                  <a:pt x="662152" y="867103"/>
                </a:cubicBezTo>
                <a:lnTo>
                  <a:pt x="756745" y="835572"/>
                </a:lnTo>
                <a:lnTo>
                  <a:pt x="804041" y="819807"/>
                </a:lnTo>
                <a:cubicBezTo>
                  <a:pt x="851542" y="788140"/>
                  <a:pt x="858393" y="780749"/>
                  <a:pt x="914400" y="756745"/>
                </a:cubicBezTo>
                <a:cubicBezTo>
                  <a:pt x="946071" y="743172"/>
                  <a:pt x="992749" y="733216"/>
                  <a:pt x="1024759" y="725214"/>
                </a:cubicBezTo>
                <a:cubicBezTo>
                  <a:pt x="1040524" y="714704"/>
                  <a:pt x="1055604" y="703084"/>
                  <a:pt x="1072055" y="693683"/>
                </a:cubicBezTo>
                <a:cubicBezTo>
                  <a:pt x="1112021" y="670845"/>
                  <a:pt x="1147846" y="661348"/>
                  <a:pt x="1182414" y="630621"/>
                </a:cubicBezTo>
                <a:cubicBezTo>
                  <a:pt x="1379512" y="455422"/>
                  <a:pt x="1214409" y="601687"/>
                  <a:pt x="1308538" y="488731"/>
                </a:cubicBezTo>
                <a:cubicBezTo>
                  <a:pt x="1352119" y="436433"/>
                  <a:pt x="1358009" y="452849"/>
                  <a:pt x="1387365" y="394138"/>
                </a:cubicBezTo>
                <a:cubicBezTo>
                  <a:pt x="1452637" y="263595"/>
                  <a:pt x="1344300" y="435087"/>
                  <a:pt x="1434662" y="299545"/>
                </a:cubicBezTo>
                <a:cubicBezTo>
                  <a:pt x="1447485" y="261075"/>
                  <a:pt x="1451394" y="235516"/>
                  <a:pt x="1481959" y="204952"/>
                </a:cubicBezTo>
                <a:cubicBezTo>
                  <a:pt x="1495357" y="191554"/>
                  <a:pt x="1513490" y="183931"/>
                  <a:pt x="1529255" y="173421"/>
                </a:cubicBezTo>
                <a:cubicBezTo>
                  <a:pt x="1576552" y="178676"/>
                  <a:pt x="1626961" y="171512"/>
                  <a:pt x="1671145" y="189186"/>
                </a:cubicBezTo>
                <a:cubicBezTo>
                  <a:pt x="1686575" y="195358"/>
                  <a:pt x="1683937" y="220133"/>
                  <a:pt x="1686910" y="236483"/>
                </a:cubicBezTo>
                <a:cubicBezTo>
                  <a:pt x="1694489" y="278168"/>
                  <a:pt x="1697421" y="320566"/>
                  <a:pt x="1702676" y="362607"/>
                </a:cubicBezTo>
                <a:cubicBezTo>
                  <a:pt x="1728952" y="357352"/>
                  <a:pt x="1757109" y="357929"/>
                  <a:pt x="1781503" y="346841"/>
                </a:cubicBezTo>
                <a:cubicBezTo>
                  <a:pt x="1828662" y="325405"/>
                  <a:pt x="1888122" y="278808"/>
                  <a:pt x="1923393" y="236483"/>
                </a:cubicBezTo>
                <a:cubicBezTo>
                  <a:pt x="1989084" y="157654"/>
                  <a:pt x="1915508" y="215463"/>
                  <a:pt x="2002221" y="157655"/>
                </a:cubicBezTo>
                <a:cubicBezTo>
                  <a:pt x="2046878" y="23681"/>
                  <a:pt x="1984597" y="187026"/>
                  <a:pt x="2049517" y="78827"/>
                </a:cubicBezTo>
                <a:cubicBezTo>
                  <a:pt x="2100283" y="-5783"/>
                  <a:pt x="2018381" y="62799"/>
                  <a:pt x="2112579" y="0"/>
                </a:cubicBezTo>
                <a:cubicBezTo>
                  <a:pt x="2165131" y="5255"/>
                  <a:pt x="2221848" y="-5404"/>
                  <a:pt x="2270234" y="15765"/>
                </a:cubicBezTo>
                <a:cubicBezTo>
                  <a:pt x="2311087" y="33638"/>
                  <a:pt x="2333296" y="78828"/>
                  <a:pt x="2364827" y="110359"/>
                </a:cubicBezTo>
                <a:cubicBezTo>
                  <a:pt x="2375338" y="120870"/>
                  <a:pt x="2382258" y="137190"/>
                  <a:pt x="2396359" y="141890"/>
                </a:cubicBezTo>
                <a:lnTo>
                  <a:pt x="2443655" y="157655"/>
                </a:lnTo>
                <a:cubicBezTo>
                  <a:pt x="2475186" y="178676"/>
                  <a:pt x="2500868" y="214487"/>
                  <a:pt x="2538248" y="220717"/>
                </a:cubicBezTo>
                <a:cubicBezTo>
                  <a:pt x="2569779" y="225972"/>
                  <a:pt x="2601496" y="230214"/>
                  <a:pt x="2632841" y="236483"/>
                </a:cubicBezTo>
                <a:cubicBezTo>
                  <a:pt x="2682337" y="246382"/>
                  <a:pt x="2698117" y="252986"/>
                  <a:pt x="2743200" y="268014"/>
                </a:cubicBezTo>
                <a:cubicBezTo>
                  <a:pt x="2773228" y="358100"/>
                  <a:pt x="2734191" y="283030"/>
                  <a:pt x="2806262" y="331076"/>
                </a:cubicBezTo>
                <a:cubicBezTo>
                  <a:pt x="2919824" y="406783"/>
                  <a:pt x="2774828" y="362625"/>
                  <a:pt x="2932386" y="394138"/>
                </a:cubicBezTo>
                <a:cubicBezTo>
                  <a:pt x="2937641" y="409903"/>
                  <a:pt x="2938934" y="427607"/>
                  <a:pt x="2948152" y="441434"/>
                </a:cubicBezTo>
                <a:cubicBezTo>
                  <a:pt x="3017882" y="546030"/>
                  <a:pt x="2975401" y="432872"/>
                  <a:pt x="3026979" y="536027"/>
                </a:cubicBezTo>
                <a:cubicBezTo>
                  <a:pt x="3034411" y="550891"/>
                  <a:pt x="3038180" y="567345"/>
                  <a:pt x="3042745" y="583324"/>
                </a:cubicBezTo>
                <a:cubicBezTo>
                  <a:pt x="3059479" y="641895"/>
                  <a:pt x="3060870" y="700511"/>
                  <a:pt x="3121572" y="740979"/>
                </a:cubicBezTo>
                <a:cubicBezTo>
                  <a:pt x="3137338" y="751489"/>
                  <a:pt x="3154313" y="760380"/>
                  <a:pt x="3168869" y="772510"/>
                </a:cubicBezTo>
                <a:cubicBezTo>
                  <a:pt x="3195074" y="794348"/>
                  <a:pt x="3233107" y="834278"/>
                  <a:pt x="3247696" y="867103"/>
                </a:cubicBezTo>
                <a:cubicBezTo>
                  <a:pt x="3261195" y="897475"/>
                  <a:pt x="3268717" y="930165"/>
                  <a:pt x="3279227" y="961696"/>
                </a:cubicBezTo>
                <a:cubicBezTo>
                  <a:pt x="3284482" y="977462"/>
                  <a:pt x="3285775" y="995166"/>
                  <a:pt x="3294993" y="1008993"/>
                </a:cubicBezTo>
                <a:cubicBezTo>
                  <a:pt x="3316014" y="1040524"/>
                  <a:pt x="3346071" y="1067635"/>
                  <a:pt x="3358055" y="1103586"/>
                </a:cubicBezTo>
                <a:cubicBezTo>
                  <a:pt x="3363310" y="1119352"/>
                  <a:pt x="3363618" y="1137765"/>
                  <a:pt x="3373821" y="1150883"/>
                </a:cubicBezTo>
                <a:cubicBezTo>
                  <a:pt x="3401198" y="1186081"/>
                  <a:pt x="3468414" y="1245476"/>
                  <a:pt x="3468414" y="1245476"/>
                </a:cubicBezTo>
                <a:cubicBezTo>
                  <a:pt x="3483438" y="1290549"/>
                  <a:pt x="3490048" y="1306350"/>
                  <a:pt x="3499945" y="1355834"/>
                </a:cubicBezTo>
                <a:cubicBezTo>
                  <a:pt x="3504836" y="1380291"/>
                  <a:pt x="3517742" y="1481445"/>
                  <a:pt x="3531476" y="1513490"/>
                </a:cubicBezTo>
                <a:cubicBezTo>
                  <a:pt x="3538940" y="1530906"/>
                  <a:pt x="3553606" y="1544335"/>
                  <a:pt x="3563007" y="1560786"/>
                </a:cubicBezTo>
                <a:cubicBezTo>
                  <a:pt x="3574667" y="1581191"/>
                  <a:pt x="3585810" y="1602027"/>
                  <a:pt x="3594538" y="1623848"/>
                </a:cubicBezTo>
                <a:cubicBezTo>
                  <a:pt x="3594551" y="1623881"/>
                  <a:pt x="3633946" y="1742073"/>
                  <a:pt x="3641834" y="1765738"/>
                </a:cubicBezTo>
                <a:cubicBezTo>
                  <a:pt x="3647089" y="1781503"/>
                  <a:pt x="3650168" y="1798170"/>
                  <a:pt x="3657600" y="1813034"/>
                </a:cubicBezTo>
                <a:cubicBezTo>
                  <a:pt x="3697605" y="1893044"/>
                  <a:pt x="3676095" y="1856541"/>
                  <a:pt x="3720662" y="1923393"/>
                </a:cubicBezTo>
                <a:cubicBezTo>
                  <a:pt x="3725917" y="1939159"/>
                  <a:pt x="3733454" y="1954340"/>
                  <a:pt x="3736427" y="1970690"/>
                </a:cubicBezTo>
                <a:cubicBezTo>
                  <a:pt x="3758969" y="2094673"/>
                  <a:pt x="3746533" y="2110146"/>
                  <a:pt x="3767959" y="2238703"/>
                </a:cubicBezTo>
                <a:cubicBezTo>
                  <a:pt x="3770691" y="2255095"/>
                  <a:pt x="3779693" y="2269878"/>
                  <a:pt x="3783724" y="2286000"/>
                </a:cubicBezTo>
                <a:cubicBezTo>
                  <a:pt x="3790223" y="2311996"/>
                  <a:pt x="3794235" y="2338551"/>
                  <a:pt x="3799490" y="2364827"/>
                </a:cubicBezTo>
                <a:cubicBezTo>
                  <a:pt x="3794235" y="2543503"/>
                  <a:pt x="3792029" y="2722295"/>
                  <a:pt x="3783724" y="2900855"/>
                </a:cubicBezTo>
                <a:cubicBezTo>
                  <a:pt x="3778015" y="3023588"/>
                  <a:pt x="3778855" y="3010057"/>
                  <a:pt x="3752193" y="3090041"/>
                </a:cubicBezTo>
                <a:cubicBezTo>
                  <a:pt x="3731063" y="3512631"/>
                  <a:pt x="3836978" y="3357754"/>
                  <a:pt x="3689131" y="3421117"/>
                </a:cubicBezTo>
                <a:cubicBezTo>
                  <a:pt x="3667529" y="3430375"/>
                  <a:pt x="3647090" y="3442138"/>
                  <a:pt x="3626069" y="3452648"/>
                </a:cubicBezTo>
                <a:cubicBezTo>
                  <a:pt x="3526221" y="3447393"/>
                  <a:pt x="3424745" y="3455592"/>
                  <a:pt x="3326524" y="3436883"/>
                </a:cubicBezTo>
                <a:cubicBezTo>
                  <a:pt x="3307911" y="3433338"/>
                  <a:pt x="3308391" y="3402984"/>
                  <a:pt x="3294993" y="3389586"/>
                </a:cubicBezTo>
                <a:cubicBezTo>
                  <a:pt x="3281595" y="3376188"/>
                  <a:pt x="3263462" y="3368565"/>
                  <a:pt x="3247696" y="3358055"/>
                </a:cubicBezTo>
                <a:cubicBezTo>
                  <a:pt x="3221420" y="3363310"/>
                  <a:pt x="3192134" y="3360526"/>
                  <a:pt x="3168869" y="3373821"/>
                </a:cubicBezTo>
                <a:cubicBezTo>
                  <a:pt x="3152418" y="3383222"/>
                  <a:pt x="3143330" y="3403142"/>
                  <a:pt x="3137338" y="3421117"/>
                </a:cubicBezTo>
                <a:cubicBezTo>
                  <a:pt x="3120132" y="3472736"/>
                  <a:pt x="3118214" y="3596342"/>
                  <a:pt x="3105807" y="3641834"/>
                </a:cubicBezTo>
                <a:cubicBezTo>
                  <a:pt x="3100822" y="3660114"/>
                  <a:pt x="3083677" y="3672680"/>
                  <a:pt x="3074276" y="3689131"/>
                </a:cubicBezTo>
                <a:cubicBezTo>
                  <a:pt x="2943043" y="3918790"/>
                  <a:pt x="3115423" y="3622605"/>
                  <a:pt x="3026979" y="3799490"/>
                </a:cubicBezTo>
                <a:cubicBezTo>
                  <a:pt x="3018505" y="3816437"/>
                  <a:pt x="3005958" y="3831021"/>
                  <a:pt x="2995448" y="3846786"/>
                </a:cubicBezTo>
                <a:cubicBezTo>
                  <a:pt x="2934749" y="4028892"/>
                  <a:pt x="3018487" y="3763136"/>
                  <a:pt x="2963917" y="4272455"/>
                </a:cubicBezTo>
                <a:cubicBezTo>
                  <a:pt x="2960310" y="4306118"/>
                  <a:pt x="2902129" y="4375860"/>
                  <a:pt x="2885090" y="4398579"/>
                </a:cubicBezTo>
                <a:cubicBezTo>
                  <a:pt x="2879835" y="4414345"/>
                  <a:pt x="2873889" y="4429897"/>
                  <a:pt x="2869324" y="4445876"/>
                </a:cubicBezTo>
                <a:cubicBezTo>
                  <a:pt x="2863371" y="4466710"/>
                  <a:pt x="2863249" y="4489558"/>
                  <a:pt x="2853559" y="4508938"/>
                </a:cubicBezTo>
                <a:cubicBezTo>
                  <a:pt x="2846912" y="4522233"/>
                  <a:pt x="2831313" y="4528862"/>
                  <a:pt x="2822027" y="4540469"/>
                </a:cubicBezTo>
                <a:cubicBezTo>
                  <a:pt x="2810190" y="4555264"/>
                  <a:pt x="2804756" y="4575288"/>
                  <a:pt x="2790496" y="4587765"/>
                </a:cubicBezTo>
                <a:cubicBezTo>
                  <a:pt x="2657942" y="4703749"/>
                  <a:pt x="2742437" y="4619677"/>
                  <a:pt x="2648607" y="4666593"/>
                </a:cubicBezTo>
                <a:cubicBezTo>
                  <a:pt x="2631660" y="4675067"/>
                  <a:pt x="2618257" y="4689650"/>
                  <a:pt x="2601310" y="4698124"/>
                </a:cubicBezTo>
                <a:cubicBezTo>
                  <a:pt x="2562496" y="4717531"/>
                  <a:pt x="2495758" y="4723599"/>
                  <a:pt x="2459421" y="4729655"/>
                </a:cubicBezTo>
                <a:cubicBezTo>
                  <a:pt x="2443655" y="4740165"/>
                  <a:pt x="2419819" y="4743871"/>
                  <a:pt x="2412124" y="4761186"/>
                </a:cubicBezTo>
                <a:cubicBezTo>
                  <a:pt x="2349113" y="4902961"/>
                  <a:pt x="2451690" y="4853102"/>
                  <a:pt x="2349062" y="4887310"/>
                </a:cubicBezTo>
                <a:cubicBezTo>
                  <a:pt x="2322786" y="4882055"/>
                  <a:pt x="2293500" y="4884840"/>
                  <a:pt x="2270234" y="4871545"/>
                </a:cubicBezTo>
                <a:cubicBezTo>
                  <a:pt x="2224182" y="4845229"/>
                  <a:pt x="2258480" y="4798012"/>
                  <a:pt x="2191407" y="4792717"/>
                </a:cubicBezTo>
                <a:cubicBezTo>
                  <a:pt x="2007972" y="4778235"/>
                  <a:pt x="1823545" y="4782207"/>
                  <a:pt x="1639614" y="4776952"/>
                </a:cubicBezTo>
                <a:cubicBezTo>
                  <a:pt x="1554699" y="4769232"/>
                  <a:pt x="1479439" y="4790197"/>
                  <a:pt x="1418896" y="4729655"/>
                </a:cubicBezTo>
                <a:cubicBezTo>
                  <a:pt x="1405498" y="4716257"/>
                  <a:pt x="1397875" y="4698124"/>
                  <a:pt x="1387365" y="4682359"/>
                </a:cubicBezTo>
                <a:cubicBezTo>
                  <a:pt x="1376980" y="4651202"/>
                  <a:pt x="1367853" y="4609992"/>
                  <a:pt x="1340069" y="4587765"/>
                </a:cubicBezTo>
                <a:cubicBezTo>
                  <a:pt x="1327092" y="4577384"/>
                  <a:pt x="1308538" y="4577255"/>
                  <a:pt x="1292772" y="4572000"/>
                </a:cubicBezTo>
                <a:cubicBezTo>
                  <a:pt x="1282262" y="4556234"/>
                  <a:pt x="1274639" y="4538101"/>
                  <a:pt x="1261241" y="4524703"/>
                </a:cubicBezTo>
                <a:cubicBezTo>
                  <a:pt x="1247843" y="4511305"/>
                  <a:pt x="1225782" y="4507968"/>
                  <a:pt x="1213945" y="4493172"/>
                </a:cubicBezTo>
                <a:cubicBezTo>
                  <a:pt x="1203564" y="4480195"/>
                  <a:pt x="1205611" y="4460740"/>
                  <a:pt x="1198179" y="4445876"/>
                </a:cubicBezTo>
                <a:cubicBezTo>
                  <a:pt x="1189705" y="4428929"/>
                  <a:pt x="1176049" y="4415030"/>
                  <a:pt x="1166648" y="4398579"/>
                </a:cubicBezTo>
                <a:cubicBezTo>
                  <a:pt x="1154988" y="4378174"/>
                  <a:pt x="1145627" y="4356538"/>
                  <a:pt x="1135117" y="4335517"/>
                </a:cubicBezTo>
                <a:cubicBezTo>
                  <a:pt x="1129862" y="4256689"/>
                  <a:pt x="1130525" y="4177243"/>
                  <a:pt x="1119352" y="4099034"/>
                </a:cubicBezTo>
                <a:cubicBezTo>
                  <a:pt x="1114652" y="4066131"/>
                  <a:pt x="1098331" y="4035972"/>
                  <a:pt x="1087821" y="4004441"/>
                </a:cubicBezTo>
                <a:cubicBezTo>
                  <a:pt x="1066064" y="3939171"/>
                  <a:pt x="1081272" y="3970970"/>
                  <a:pt x="1040524" y="3909848"/>
                </a:cubicBezTo>
                <a:cubicBezTo>
                  <a:pt x="1000899" y="3790970"/>
                  <a:pt x="1054351" y="3937502"/>
                  <a:pt x="993227" y="3815255"/>
                </a:cubicBezTo>
                <a:cubicBezTo>
                  <a:pt x="985795" y="3800391"/>
                  <a:pt x="987433" y="3781253"/>
                  <a:pt x="977462" y="3767959"/>
                </a:cubicBezTo>
                <a:cubicBezTo>
                  <a:pt x="955166" y="3738231"/>
                  <a:pt x="924910" y="3715407"/>
                  <a:pt x="898634" y="3689131"/>
                </a:cubicBezTo>
                <a:cubicBezTo>
                  <a:pt x="882869" y="3673365"/>
                  <a:pt x="863705" y="3660385"/>
                  <a:pt x="851338" y="3641834"/>
                </a:cubicBezTo>
                <a:cubicBezTo>
                  <a:pt x="830317" y="3610303"/>
                  <a:pt x="815072" y="3574037"/>
                  <a:pt x="788276" y="3547241"/>
                </a:cubicBezTo>
                <a:lnTo>
                  <a:pt x="693683" y="3452648"/>
                </a:lnTo>
                <a:lnTo>
                  <a:pt x="646386" y="3405352"/>
                </a:lnTo>
                <a:cubicBezTo>
                  <a:pt x="641131" y="3379076"/>
                  <a:pt x="637671" y="3352376"/>
                  <a:pt x="630621" y="3326524"/>
                </a:cubicBezTo>
                <a:cubicBezTo>
                  <a:pt x="621876" y="3294459"/>
                  <a:pt x="605608" y="3264522"/>
                  <a:pt x="599090" y="3231931"/>
                </a:cubicBezTo>
                <a:cubicBezTo>
                  <a:pt x="593835" y="3205655"/>
                  <a:pt x="605620" y="3167967"/>
                  <a:pt x="583324" y="3153103"/>
                </a:cubicBezTo>
                <a:cubicBezTo>
                  <a:pt x="548071" y="3129601"/>
                  <a:pt x="499076" y="3143780"/>
                  <a:pt x="457200" y="3137338"/>
                </a:cubicBezTo>
                <a:cubicBezTo>
                  <a:pt x="430715" y="3133263"/>
                  <a:pt x="404224" y="3128623"/>
                  <a:pt x="378372" y="3121572"/>
                </a:cubicBezTo>
                <a:cubicBezTo>
                  <a:pt x="346307" y="3112827"/>
                  <a:pt x="283779" y="3090041"/>
                  <a:pt x="283779" y="3090041"/>
                </a:cubicBezTo>
                <a:cubicBezTo>
                  <a:pt x="278524" y="3074276"/>
                  <a:pt x="275446" y="3057609"/>
                  <a:pt x="268014" y="3042745"/>
                </a:cubicBezTo>
                <a:cubicBezTo>
                  <a:pt x="259540" y="3025797"/>
                  <a:pt x="243136" y="3013189"/>
                  <a:pt x="236483" y="2995448"/>
                </a:cubicBezTo>
                <a:cubicBezTo>
                  <a:pt x="227074" y="2970358"/>
                  <a:pt x="225972" y="2942897"/>
                  <a:pt x="220717" y="2916621"/>
                </a:cubicBezTo>
                <a:cubicBezTo>
                  <a:pt x="225972" y="2806262"/>
                  <a:pt x="227308" y="2695647"/>
                  <a:pt x="236483" y="2585545"/>
                </a:cubicBezTo>
                <a:cubicBezTo>
                  <a:pt x="237863" y="2568984"/>
                  <a:pt x="248217" y="2554370"/>
                  <a:pt x="252248" y="2538248"/>
                </a:cubicBezTo>
                <a:lnTo>
                  <a:pt x="283779" y="2412124"/>
                </a:lnTo>
                <a:cubicBezTo>
                  <a:pt x="278524" y="2291255"/>
                  <a:pt x="281881" y="2169703"/>
                  <a:pt x="268014" y="2049517"/>
                </a:cubicBezTo>
                <a:cubicBezTo>
                  <a:pt x="265842" y="2030694"/>
                  <a:pt x="249071" y="2016383"/>
                  <a:pt x="236483" y="2002221"/>
                </a:cubicBezTo>
                <a:cubicBezTo>
                  <a:pt x="206858" y="1968893"/>
                  <a:pt x="173421" y="1939158"/>
                  <a:pt x="141890" y="1907627"/>
                </a:cubicBezTo>
                <a:lnTo>
                  <a:pt x="94593" y="1860331"/>
                </a:lnTo>
                <a:lnTo>
                  <a:pt x="47296" y="1813034"/>
                </a:lnTo>
                <a:lnTo>
                  <a:pt x="15765" y="1718441"/>
                </a:lnTo>
                <a:lnTo>
                  <a:pt x="0" y="1671145"/>
                </a:lnTo>
                <a:cubicBezTo>
                  <a:pt x="5255" y="1639614"/>
                  <a:pt x="5657" y="1606878"/>
                  <a:pt x="15765" y="1576552"/>
                </a:cubicBezTo>
                <a:cubicBezTo>
                  <a:pt x="21757" y="1558576"/>
                  <a:pt x="37547" y="1545503"/>
                  <a:pt x="47296" y="1529255"/>
                </a:cubicBezTo>
                <a:cubicBezTo>
                  <a:pt x="53342" y="1519179"/>
                  <a:pt x="47296" y="1505607"/>
                  <a:pt x="63062" y="149772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974" name="Google Shape;974;p4"/>
          <p:cNvSpPr/>
          <p:nvPr/>
        </p:nvSpPr>
        <p:spPr>
          <a:xfrm>
            <a:off x="2682153" y="958446"/>
            <a:ext cx="6400800" cy="5289954"/>
          </a:xfrm>
          <a:custGeom>
            <a:rect b="b" l="l" r="r" t="t"/>
            <a:pathLst>
              <a:path extrusionOk="0" h="4887310" w="3799490">
                <a:moveTo>
                  <a:pt x="63062" y="1497724"/>
                </a:moveTo>
                <a:cubicBezTo>
                  <a:pt x="78828" y="1489841"/>
                  <a:pt x="118912" y="1495746"/>
                  <a:pt x="141890" y="1481959"/>
                </a:cubicBezTo>
                <a:cubicBezTo>
                  <a:pt x="171244" y="1464346"/>
                  <a:pt x="232163" y="1396004"/>
                  <a:pt x="252248" y="1355834"/>
                </a:cubicBezTo>
                <a:cubicBezTo>
                  <a:pt x="317521" y="1225290"/>
                  <a:pt x="209181" y="1396789"/>
                  <a:pt x="299545" y="1261241"/>
                </a:cubicBezTo>
                <a:cubicBezTo>
                  <a:pt x="304800" y="1240220"/>
                  <a:pt x="310610" y="1219331"/>
                  <a:pt x="315310" y="1198179"/>
                </a:cubicBezTo>
                <a:cubicBezTo>
                  <a:pt x="322504" y="1165806"/>
                  <a:pt x="329940" y="1105857"/>
                  <a:pt x="346841" y="1072055"/>
                </a:cubicBezTo>
                <a:cubicBezTo>
                  <a:pt x="379187" y="1007363"/>
                  <a:pt x="370803" y="1042102"/>
                  <a:pt x="409903" y="993227"/>
                </a:cubicBezTo>
                <a:cubicBezTo>
                  <a:pt x="421739" y="978431"/>
                  <a:pt x="426638" y="957767"/>
                  <a:pt x="441434" y="945931"/>
                </a:cubicBezTo>
                <a:cubicBezTo>
                  <a:pt x="454411" y="935550"/>
                  <a:pt x="473867" y="937597"/>
                  <a:pt x="488731" y="930165"/>
                </a:cubicBezTo>
                <a:cubicBezTo>
                  <a:pt x="505678" y="921691"/>
                  <a:pt x="518220" y="905109"/>
                  <a:pt x="536027" y="898634"/>
                </a:cubicBezTo>
                <a:cubicBezTo>
                  <a:pt x="576753" y="883824"/>
                  <a:pt x="621040" y="880807"/>
                  <a:pt x="662152" y="867103"/>
                </a:cubicBezTo>
                <a:lnTo>
                  <a:pt x="756745" y="835572"/>
                </a:lnTo>
                <a:lnTo>
                  <a:pt x="804041" y="819807"/>
                </a:lnTo>
                <a:cubicBezTo>
                  <a:pt x="851542" y="788140"/>
                  <a:pt x="858393" y="780749"/>
                  <a:pt x="914400" y="756745"/>
                </a:cubicBezTo>
                <a:cubicBezTo>
                  <a:pt x="946071" y="743172"/>
                  <a:pt x="992749" y="733216"/>
                  <a:pt x="1024759" y="725214"/>
                </a:cubicBezTo>
                <a:cubicBezTo>
                  <a:pt x="1040524" y="714704"/>
                  <a:pt x="1055604" y="703084"/>
                  <a:pt x="1072055" y="693683"/>
                </a:cubicBezTo>
                <a:cubicBezTo>
                  <a:pt x="1112021" y="670845"/>
                  <a:pt x="1147846" y="661348"/>
                  <a:pt x="1182414" y="630621"/>
                </a:cubicBezTo>
                <a:cubicBezTo>
                  <a:pt x="1379512" y="455422"/>
                  <a:pt x="1214409" y="601687"/>
                  <a:pt x="1308538" y="488731"/>
                </a:cubicBezTo>
                <a:cubicBezTo>
                  <a:pt x="1352119" y="436433"/>
                  <a:pt x="1358009" y="452849"/>
                  <a:pt x="1387365" y="394138"/>
                </a:cubicBezTo>
                <a:cubicBezTo>
                  <a:pt x="1452637" y="263595"/>
                  <a:pt x="1344300" y="435087"/>
                  <a:pt x="1434662" y="299545"/>
                </a:cubicBezTo>
                <a:cubicBezTo>
                  <a:pt x="1447485" y="261075"/>
                  <a:pt x="1451394" y="235516"/>
                  <a:pt x="1481959" y="204952"/>
                </a:cubicBezTo>
                <a:cubicBezTo>
                  <a:pt x="1495357" y="191554"/>
                  <a:pt x="1513490" y="183931"/>
                  <a:pt x="1529255" y="173421"/>
                </a:cubicBezTo>
                <a:cubicBezTo>
                  <a:pt x="1576552" y="178676"/>
                  <a:pt x="1626961" y="171512"/>
                  <a:pt x="1671145" y="189186"/>
                </a:cubicBezTo>
                <a:cubicBezTo>
                  <a:pt x="1686575" y="195358"/>
                  <a:pt x="1683937" y="220133"/>
                  <a:pt x="1686910" y="236483"/>
                </a:cubicBezTo>
                <a:cubicBezTo>
                  <a:pt x="1694489" y="278168"/>
                  <a:pt x="1697421" y="320566"/>
                  <a:pt x="1702676" y="362607"/>
                </a:cubicBezTo>
                <a:cubicBezTo>
                  <a:pt x="1728952" y="357352"/>
                  <a:pt x="1757109" y="357929"/>
                  <a:pt x="1781503" y="346841"/>
                </a:cubicBezTo>
                <a:cubicBezTo>
                  <a:pt x="1828662" y="325405"/>
                  <a:pt x="1888122" y="278808"/>
                  <a:pt x="1923393" y="236483"/>
                </a:cubicBezTo>
                <a:cubicBezTo>
                  <a:pt x="1989084" y="157654"/>
                  <a:pt x="1915508" y="215463"/>
                  <a:pt x="2002221" y="157655"/>
                </a:cubicBezTo>
                <a:cubicBezTo>
                  <a:pt x="2046878" y="23681"/>
                  <a:pt x="1984597" y="187026"/>
                  <a:pt x="2049517" y="78827"/>
                </a:cubicBezTo>
                <a:cubicBezTo>
                  <a:pt x="2100283" y="-5783"/>
                  <a:pt x="2018381" y="62799"/>
                  <a:pt x="2112579" y="0"/>
                </a:cubicBezTo>
                <a:cubicBezTo>
                  <a:pt x="2165131" y="5255"/>
                  <a:pt x="2221848" y="-5404"/>
                  <a:pt x="2270234" y="15765"/>
                </a:cubicBezTo>
                <a:cubicBezTo>
                  <a:pt x="2311087" y="33638"/>
                  <a:pt x="2333296" y="78828"/>
                  <a:pt x="2364827" y="110359"/>
                </a:cubicBezTo>
                <a:cubicBezTo>
                  <a:pt x="2375338" y="120870"/>
                  <a:pt x="2382258" y="137190"/>
                  <a:pt x="2396359" y="141890"/>
                </a:cubicBezTo>
                <a:lnTo>
                  <a:pt x="2443655" y="157655"/>
                </a:lnTo>
                <a:cubicBezTo>
                  <a:pt x="2475186" y="178676"/>
                  <a:pt x="2500868" y="214487"/>
                  <a:pt x="2538248" y="220717"/>
                </a:cubicBezTo>
                <a:cubicBezTo>
                  <a:pt x="2569779" y="225972"/>
                  <a:pt x="2601496" y="230214"/>
                  <a:pt x="2632841" y="236483"/>
                </a:cubicBezTo>
                <a:cubicBezTo>
                  <a:pt x="2682337" y="246382"/>
                  <a:pt x="2698117" y="252986"/>
                  <a:pt x="2743200" y="268014"/>
                </a:cubicBezTo>
                <a:cubicBezTo>
                  <a:pt x="2773228" y="358100"/>
                  <a:pt x="2734191" y="283030"/>
                  <a:pt x="2806262" y="331076"/>
                </a:cubicBezTo>
                <a:cubicBezTo>
                  <a:pt x="2919824" y="406783"/>
                  <a:pt x="2774828" y="362625"/>
                  <a:pt x="2932386" y="394138"/>
                </a:cubicBezTo>
                <a:cubicBezTo>
                  <a:pt x="2937641" y="409903"/>
                  <a:pt x="2938934" y="427607"/>
                  <a:pt x="2948152" y="441434"/>
                </a:cubicBezTo>
                <a:cubicBezTo>
                  <a:pt x="3017882" y="546030"/>
                  <a:pt x="2975401" y="432872"/>
                  <a:pt x="3026979" y="536027"/>
                </a:cubicBezTo>
                <a:cubicBezTo>
                  <a:pt x="3034411" y="550891"/>
                  <a:pt x="3038180" y="567345"/>
                  <a:pt x="3042745" y="583324"/>
                </a:cubicBezTo>
                <a:cubicBezTo>
                  <a:pt x="3059479" y="641895"/>
                  <a:pt x="3060870" y="700511"/>
                  <a:pt x="3121572" y="740979"/>
                </a:cubicBezTo>
                <a:cubicBezTo>
                  <a:pt x="3137338" y="751489"/>
                  <a:pt x="3154313" y="760380"/>
                  <a:pt x="3168869" y="772510"/>
                </a:cubicBezTo>
                <a:cubicBezTo>
                  <a:pt x="3195074" y="794348"/>
                  <a:pt x="3233107" y="834278"/>
                  <a:pt x="3247696" y="867103"/>
                </a:cubicBezTo>
                <a:cubicBezTo>
                  <a:pt x="3261195" y="897475"/>
                  <a:pt x="3268717" y="930165"/>
                  <a:pt x="3279227" y="961696"/>
                </a:cubicBezTo>
                <a:cubicBezTo>
                  <a:pt x="3284482" y="977462"/>
                  <a:pt x="3285775" y="995166"/>
                  <a:pt x="3294993" y="1008993"/>
                </a:cubicBezTo>
                <a:cubicBezTo>
                  <a:pt x="3316014" y="1040524"/>
                  <a:pt x="3346071" y="1067635"/>
                  <a:pt x="3358055" y="1103586"/>
                </a:cubicBezTo>
                <a:cubicBezTo>
                  <a:pt x="3363310" y="1119352"/>
                  <a:pt x="3363618" y="1137765"/>
                  <a:pt x="3373821" y="1150883"/>
                </a:cubicBezTo>
                <a:cubicBezTo>
                  <a:pt x="3401198" y="1186081"/>
                  <a:pt x="3468414" y="1245476"/>
                  <a:pt x="3468414" y="1245476"/>
                </a:cubicBezTo>
                <a:cubicBezTo>
                  <a:pt x="3483438" y="1290549"/>
                  <a:pt x="3490048" y="1306350"/>
                  <a:pt x="3499945" y="1355834"/>
                </a:cubicBezTo>
                <a:cubicBezTo>
                  <a:pt x="3504836" y="1380291"/>
                  <a:pt x="3517742" y="1481445"/>
                  <a:pt x="3531476" y="1513490"/>
                </a:cubicBezTo>
                <a:cubicBezTo>
                  <a:pt x="3538940" y="1530906"/>
                  <a:pt x="3553606" y="1544335"/>
                  <a:pt x="3563007" y="1560786"/>
                </a:cubicBezTo>
                <a:cubicBezTo>
                  <a:pt x="3574667" y="1581191"/>
                  <a:pt x="3585810" y="1602027"/>
                  <a:pt x="3594538" y="1623848"/>
                </a:cubicBezTo>
                <a:cubicBezTo>
                  <a:pt x="3594551" y="1623881"/>
                  <a:pt x="3633946" y="1742073"/>
                  <a:pt x="3641834" y="1765738"/>
                </a:cubicBezTo>
                <a:cubicBezTo>
                  <a:pt x="3647089" y="1781503"/>
                  <a:pt x="3650168" y="1798170"/>
                  <a:pt x="3657600" y="1813034"/>
                </a:cubicBezTo>
                <a:cubicBezTo>
                  <a:pt x="3697605" y="1893044"/>
                  <a:pt x="3676095" y="1856541"/>
                  <a:pt x="3720662" y="1923393"/>
                </a:cubicBezTo>
                <a:cubicBezTo>
                  <a:pt x="3725917" y="1939159"/>
                  <a:pt x="3733454" y="1954340"/>
                  <a:pt x="3736427" y="1970690"/>
                </a:cubicBezTo>
                <a:cubicBezTo>
                  <a:pt x="3758969" y="2094673"/>
                  <a:pt x="3746533" y="2110146"/>
                  <a:pt x="3767959" y="2238703"/>
                </a:cubicBezTo>
                <a:cubicBezTo>
                  <a:pt x="3770691" y="2255095"/>
                  <a:pt x="3779693" y="2269878"/>
                  <a:pt x="3783724" y="2286000"/>
                </a:cubicBezTo>
                <a:cubicBezTo>
                  <a:pt x="3790223" y="2311996"/>
                  <a:pt x="3794235" y="2338551"/>
                  <a:pt x="3799490" y="2364827"/>
                </a:cubicBezTo>
                <a:cubicBezTo>
                  <a:pt x="3794235" y="2543503"/>
                  <a:pt x="3792029" y="2722295"/>
                  <a:pt x="3783724" y="2900855"/>
                </a:cubicBezTo>
                <a:cubicBezTo>
                  <a:pt x="3778015" y="3023588"/>
                  <a:pt x="3778855" y="3010057"/>
                  <a:pt x="3752193" y="3090041"/>
                </a:cubicBezTo>
                <a:cubicBezTo>
                  <a:pt x="3731063" y="3512631"/>
                  <a:pt x="3836978" y="3357754"/>
                  <a:pt x="3689131" y="3421117"/>
                </a:cubicBezTo>
                <a:cubicBezTo>
                  <a:pt x="3667529" y="3430375"/>
                  <a:pt x="3647090" y="3442138"/>
                  <a:pt x="3626069" y="3452648"/>
                </a:cubicBezTo>
                <a:cubicBezTo>
                  <a:pt x="3526221" y="3447393"/>
                  <a:pt x="3424745" y="3455592"/>
                  <a:pt x="3326524" y="3436883"/>
                </a:cubicBezTo>
                <a:cubicBezTo>
                  <a:pt x="3307911" y="3433338"/>
                  <a:pt x="3308391" y="3402984"/>
                  <a:pt x="3294993" y="3389586"/>
                </a:cubicBezTo>
                <a:cubicBezTo>
                  <a:pt x="3281595" y="3376188"/>
                  <a:pt x="3263462" y="3368565"/>
                  <a:pt x="3247696" y="3358055"/>
                </a:cubicBezTo>
                <a:cubicBezTo>
                  <a:pt x="3221420" y="3363310"/>
                  <a:pt x="3192134" y="3360526"/>
                  <a:pt x="3168869" y="3373821"/>
                </a:cubicBezTo>
                <a:cubicBezTo>
                  <a:pt x="3152418" y="3383222"/>
                  <a:pt x="3143330" y="3403142"/>
                  <a:pt x="3137338" y="3421117"/>
                </a:cubicBezTo>
                <a:cubicBezTo>
                  <a:pt x="3120132" y="3472736"/>
                  <a:pt x="3118214" y="3596342"/>
                  <a:pt x="3105807" y="3641834"/>
                </a:cubicBezTo>
                <a:cubicBezTo>
                  <a:pt x="3100822" y="3660114"/>
                  <a:pt x="3083677" y="3672680"/>
                  <a:pt x="3074276" y="3689131"/>
                </a:cubicBezTo>
                <a:cubicBezTo>
                  <a:pt x="2943043" y="3918790"/>
                  <a:pt x="3115423" y="3622605"/>
                  <a:pt x="3026979" y="3799490"/>
                </a:cubicBezTo>
                <a:cubicBezTo>
                  <a:pt x="3018505" y="3816437"/>
                  <a:pt x="3005958" y="3831021"/>
                  <a:pt x="2995448" y="3846786"/>
                </a:cubicBezTo>
                <a:cubicBezTo>
                  <a:pt x="2934749" y="4028892"/>
                  <a:pt x="3018487" y="3763136"/>
                  <a:pt x="2963917" y="4272455"/>
                </a:cubicBezTo>
                <a:cubicBezTo>
                  <a:pt x="2960310" y="4306118"/>
                  <a:pt x="2902129" y="4375860"/>
                  <a:pt x="2885090" y="4398579"/>
                </a:cubicBezTo>
                <a:cubicBezTo>
                  <a:pt x="2879835" y="4414345"/>
                  <a:pt x="2873889" y="4429897"/>
                  <a:pt x="2869324" y="4445876"/>
                </a:cubicBezTo>
                <a:cubicBezTo>
                  <a:pt x="2863371" y="4466710"/>
                  <a:pt x="2863249" y="4489558"/>
                  <a:pt x="2853559" y="4508938"/>
                </a:cubicBezTo>
                <a:cubicBezTo>
                  <a:pt x="2846912" y="4522233"/>
                  <a:pt x="2831313" y="4528862"/>
                  <a:pt x="2822027" y="4540469"/>
                </a:cubicBezTo>
                <a:cubicBezTo>
                  <a:pt x="2810190" y="4555264"/>
                  <a:pt x="2804756" y="4575288"/>
                  <a:pt x="2790496" y="4587765"/>
                </a:cubicBezTo>
                <a:cubicBezTo>
                  <a:pt x="2657942" y="4703749"/>
                  <a:pt x="2742437" y="4619677"/>
                  <a:pt x="2648607" y="4666593"/>
                </a:cubicBezTo>
                <a:cubicBezTo>
                  <a:pt x="2631660" y="4675067"/>
                  <a:pt x="2618257" y="4689650"/>
                  <a:pt x="2601310" y="4698124"/>
                </a:cubicBezTo>
                <a:cubicBezTo>
                  <a:pt x="2562496" y="4717531"/>
                  <a:pt x="2495758" y="4723599"/>
                  <a:pt x="2459421" y="4729655"/>
                </a:cubicBezTo>
                <a:cubicBezTo>
                  <a:pt x="2443655" y="4740165"/>
                  <a:pt x="2419819" y="4743871"/>
                  <a:pt x="2412124" y="4761186"/>
                </a:cubicBezTo>
                <a:cubicBezTo>
                  <a:pt x="2349113" y="4902961"/>
                  <a:pt x="2451690" y="4853102"/>
                  <a:pt x="2349062" y="4887310"/>
                </a:cubicBezTo>
                <a:cubicBezTo>
                  <a:pt x="2322786" y="4882055"/>
                  <a:pt x="2293500" y="4884840"/>
                  <a:pt x="2270234" y="4871545"/>
                </a:cubicBezTo>
                <a:cubicBezTo>
                  <a:pt x="2224182" y="4845229"/>
                  <a:pt x="2258480" y="4798012"/>
                  <a:pt x="2191407" y="4792717"/>
                </a:cubicBezTo>
                <a:cubicBezTo>
                  <a:pt x="2007972" y="4778235"/>
                  <a:pt x="1823545" y="4782207"/>
                  <a:pt x="1639614" y="4776952"/>
                </a:cubicBezTo>
                <a:cubicBezTo>
                  <a:pt x="1554699" y="4769232"/>
                  <a:pt x="1479439" y="4790197"/>
                  <a:pt x="1418896" y="4729655"/>
                </a:cubicBezTo>
                <a:cubicBezTo>
                  <a:pt x="1405498" y="4716257"/>
                  <a:pt x="1397875" y="4698124"/>
                  <a:pt x="1387365" y="4682359"/>
                </a:cubicBezTo>
                <a:cubicBezTo>
                  <a:pt x="1376980" y="4651202"/>
                  <a:pt x="1367853" y="4609992"/>
                  <a:pt x="1340069" y="4587765"/>
                </a:cubicBezTo>
                <a:cubicBezTo>
                  <a:pt x="1327092" y="4577384"/>
                  <a:pt x="1308538" y="4577255"/>
                  <a:pt x="1292772" y="4572000"/>
                </a:cubicBezTo>
                <a:cubicBezTo>
                  <a:pt x="1282262" y="4556234"/>
                  <a:pt x="1274639" y="4538101"/>
                  <a:pt x="1261241" y="4524703"/>
                </a:cubicBezTo>
                <a:cubicBezTo>
                  <a:pt x="1247843" y="4511305"/>
                  <a:pt x="1225782" y="4507968"/>
                  <a:pt x="1213945" y="4493172"/>
                </a:cubicBezTo>
                <a:cubicBezTo>
                  <a:pt x="1203564" y="4480195"/>
                  <a:pt x="1205611" y="4460740"/>
                  <a:pt x="1198179" y="4445876"/>
                </a:cubicBezTo>
                <a:cubicBezTo>
                  <a:pt x="1189705" y="4428929"/>
                  <a:pt x="1176049" y="4415030"/>
                  <a:pt x="1166648" y="4398579"/>
                </a:cubicBezTo>
                <a:cubicBezTo>
                  <a:pt x="1154988" y="4378174"/>
                  <a:pt x="1145627" y="4356538"/>
                  <a:pt x="1135117" y="4335517"/>
                </a:cubicBezTo>
                <a:cubicBezTo>
                  <a:pt x="1129862" y="4256689"/>
                  <a:pt x="1130525" y="4177243"/>
                  <a:pt x="1119352" y="4099034"/>
                </a:cubicBezTo>
                <a:cubicBezTo>
                  <a:pt x="1114652" y="4066131"/>
                  <a:pt x="1098331" y="4035972"/>
                  <a:pt x="1087821" y="4004441"/>
                </a:cubicBezTo>
                <a:cubicBezTo>
                  <a:pt x="1066064" y="3939171"/>
                  <a:pt x="1081272" y="3970970"/>
                  <a:pt x="1040524" y="3909848"/>
                </a:cubicBezTo>
                <a:cubicBezTo>
                  <a:pt x="1000899" y="3790970"/>
                  <a:pt x="1054351" y="3937502"/>
                  <a:pt x="993227" y="3815255"/>
                </a:cubicBezTo>
                <a:cubicBezTo>
                  <a:pt x="985795" y="3800391"/>
                  <a:pt x="987433" y="3781253"/>
                  <a:pt x="977462" y="3767959"/>
                </a:cubicBezTo>
                <a:cubicBezTo>
                  <a:pt x="955166" y="3738231"/>
                  <a:pt x="924910" y="3715407"/>
                  <a:pt x="898634" y="3689131"/>
                </a:cubicBezTo>
                <a:cubicBezTo>
                  <a:pt x="882869" y="3673365"/>
                  <a:pt x="863705" y="3660385"/>
                  <a:pt x="851338" y="3641834"/>
                </a:cubicBezTo>
                <a:cubicBezTo>
                  <a:pt x="830317" y="3610303"/>
                  <a:pt x="815072" y="3574037"/>
                  <a:pt x="788276" y="3547241"/>
                </a:cubicBezTo>
                <a:lnTo>
                  <a:pt x="693683" y="3452648"/>
                </a:lnTo>
                <a:lnTo>
                  <a:pt x="646386" y="3405352"/>
                </a:lnTo>
                <a:cubicBezTo>
                  <a:pt x="641131" y="3379076"/>
                  <a:pt x="637671" y="3352376"/>
                  <a:pt x="630621" y="3326524"/>
                </a:cubicBezTo>
                <a:cubicBezTo>
                  <a:pt x="621876" y="3294459"/>
                  <a:pt x="605608" y="3264522"/>
                  <a:pt x="599090" y="3231931"/>
                </a:cubicBezTo>
                <a:cubicBezTo>
                  <a:pt x="593835" y="3205655"/>
                  <a:pt x="605620" y="3167967"/>
                  <a:pt x="583324" y="3153103"/>
                </a:cubicBezTo>
                <a:cubicBezTo>
                  <a:pt x="548071" y="3129601"/>
                  <a:pt x="499076" y="3143780"/>
                  <a:pt x="457200" y="3137338"/>
                </a:cubicBezTo>
                <a:cubicBezTo>
                  <a:pt x="430715" y="3133263"/>
                  <a:pt x="404224" y="3128623"/>
                  <a:pt x="378372" y="3121572"/>
                </a:cubicBezTo>
                <a:cubicBezTo>
                  <a:pt x="346307" y="3112827"/>
                  <a:pt x="283779" y="3090041"/>
                  <a:pt x="283779" y="3090041"/>
                </a:cubicBezTo>
                <a:cubicBezTo>
                  <a:pt x="278524" y="3074276"/>
                  <a:pt x="275446" y="3057609"/>
                  <a:pt x="268014" y="3042745"/>
                </a:cubicBezTo>
                <a:cubicBezTo>
                  <a:pt x="259540" y="3025797"/>
                  <a:pt x="243136" y="3013189"/>
                  <a:pt x="236483" y="2995448"/>
                </a:cubicBezTo>
                <a:cubicBezTo>
                  <a:pt x="227074" y="2970358"/>
                  <a:pt x="225972" y="2942897"/>
                  <a:pt x="220717" y="2916621"/>
                </a:cubicBezTo>
                <a:cubicBezTo>
                  <a:pt x="225972" y="2806262"/>
                  <a:pt x="227308" y="2695647"/>
                  <a:pt x="236483" y="2585545"/>
                </a:cubicBezTo>
                <a:cubicBezTo>
                  <a:pt x="237863" y="2568984"/>
                  <a:pt x="248217" y="2554370"/>
                  <a:pt x="252248" y="2538248"/>
                </a:cubicBezTo>
                <a:lnTo>
                  <a:pt x="283779" y="2412124"/>
                </a:lnTo>
                <a:cubicBezTo>
                  <a:pt x="278524" y="2291255"/>
                  <a:pt x="281881" y="2169703"/>
                  <a:pt x="268014" y="2049517"/>
                </a:cubicBezTo>
                <a:cubicBezTo>
                  <a:pt x="265842" y="2030694"/>
                  <a:pt x="249071" y="2016383"/>
                  <a:pt x="236483" y="2002221"/>
                </a:cubicBezTo>
                <a:cubicBezTo>
                  <a:pt x="206858" y="1968893"/>
                  <a:pt x="173421" y="1939158"/>
                  <a:pt x="141890" y="1907627"/>
                </a:cubicBezTo>
                <a:lnTo>
                  <a:pt x="94593" y="1860331"/>
                </a:lnTo>
                <a:lnTo>
                  <a:pt x="47296" y="1813034"/>
                </a:lnTo>
                <a:lnTo>
                  <a:pt x="15765" y="1718441"/>
                </a:lnTo>
                <a:lnTo>
                  <a:pt x="0" y="1671145"/>
                </a:lnTo>
                <a:cubicBezTo>
                  <a:pt x="5255" y="1639614"/>
                  <a:pt x="5657" y="1606878"/>
                  <a:pt x="15765" y="1576552"/>
                </a:cubicBezTo>
                <a:cubicBezTo>
                  <a:pt x="21757" y="1558576"/>
                  <a:pt x="37547" y="1545503"/>
                  <a:pt x="47296" y="1529255"/>
                </a:cubicBezTo>
                <a:cubicBezTo>
                  <a:pt x="53342" y="1519179"/>
                  <a:pt x="47296" y="1505607"/>
                  <a:pt x="63062" y="149772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975" name="Google Shape;975;p4"/>
          <p:cNvSpPr/>
          <p:nvPr/>
        </p:nvSpPr>
        <p:spPr>
          <a:xfrm>
            <a:off x="-1" y="2667000"/>
            <a:ext cx="12188825" cy="4191000"/>
          </a:xfrm>
          <a:prstGeom prst="rect">
            <a:avLst/>
          </a:prstGeom>
          <a:gradFill>
            <a:gsLst>
              <a:gs pos="0">
                <a:srgbClr val="04020A"/>
              </a:gs>
              <a:gs pos="27000">
                <a:srgbClr val="030F30"/>
              </a:gs>
              <a:gs pos="49000">
                <a:srgbClr val="031F60"/>
              </a:gs>
              <a:gs pos="69000">
                <a:srgbClr val="032F94"/>
              </a:gs>
              <a:gs pos="82000">
                <a:srgbClr val="003EAF"/>
              </a:gs>
              <a:gs pos="99167">
                <a:srgbClr val="003586"/>
              </a:gs>
              <a:gs pos="100000">
                <a:srgbClr val="003586"/>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976" name="Google Shape;976;p4"/>
          <p:cNvSpPr/>
          <p:nvPr/>
        </p:nvSpPr>
        <p:spPr>
          <a:xfrm>
            <a:off x="1408134" y="527605"/>
            <a:ext cx="9249478" cy="5732453"/>
          </a:xfrm>
          <a:custGeom>
            <a:rect b="b" l="l" r="r" t="t"/>
            <a:pathLst>
              <a:path extrusionOk="0" h="5732453" w="9249478">
                <a:moveTo>
                  <a:pt x="2662436" y="4328771"/>
                </a:moveTo>
                <a:cubicBezTo>
                  <a:pt x="2636763" y="4388716"/>
                  <a:pt x="2652678" y="4354432"/>
                  <a:pt x="2665146" y="4331123"/>
                </a:cubicBezTo>
                <a:close/>
                <a:moveTo>
                  <a:pt x="231001" y="1516313"/>
                </a:moveTo>
                <a:cubicBezTo>
                  <a:pt x="229087" y="1519897"/>
                  <a:pt x="228894" y="1520128"/>
                  <a:pt x="229637" y="1518719"/>
                </a:cubicBezTo>
                <a:close/>
                <a:moveTo>
                  <a:pt x="1225605" y="406737"/>
                </a:moveTo>
                <a:cubicBezTo>
                  <a:pt x="1223689" y="410324"/>
                  <a:pt x="1223496" y="410556"/>
                  <a:pt x="1224239" y="409146"/>
                </a:cubicBezTo>
                <a:close/>
                <a:moveTo>
                  <a:pt x="1769676" y="118107"/>
                </a:moveTo>
                <a:cubicBezTo>
                  <a:pt x="1769968" y="116784"/>
                  <a:pt x="1769988" y="117028"/>
                  <a:pt x="1769313" y="120190"/>
                </a:cubicBezTo>
                <a:cubicBezTo>
                  <a:pt x="1769419" y="119316"/>
                  <a:pt x="1769566" y="118602"/>
                  <a:pt x="1769676" y="118107"/>
                </a:cubicBezTo>
                <a:close/>
                <a:moveTo>
                  <a:pt x="1851063" y="0"/>
                </a:moveTo>
                <a:cubicBezTo>
                  <a:pt x="1897110" y="6063"/>
                  <a:pt x="1946806" y="-6235"/>
                  <a:pt x="1989202" y="18189"/>
                </a:cubicBezTo>
                <a:cubicBezTo>
                  <a:pt x="2024998" y="38810"/>
                  <a:pt x="2044458" y="90949"/>
                  <a:pt x="2072086" y="127328"/>
                </a:cubicBezTo>
                <a:cubicBezTo>
                  <a:pt x="2081296" y="139455"/>
                  <a:pt x="2087359" y="158285"/>
                  <a:pt x="2099714" y="163708"/>
                </a:cubicBezTo>
                <a:lnTo>
                  <a:pt x="2141156" y="181897"/>
                </a:lnTo>
                <a:cubicBezTo>
                  <a:pt x="2168783" y="206150"/>
                  <a:pt x="2191286" y="247467"/>
                  <a:pt x="2224039" y="254655"/>
                </a:cubicBezTo>
                <a:cubicBezTo>
                  <a:pt x="2251667" y="260718"/>
                  <a:pt x="2279457" y="265613"/>
                  <a:pt x="2306922" y="272846"/>
                </a:cubicBezTo>
                <a:cubicBezTo>
                  <a:pt x="2350291" y="284267"/>
                  <a:pt x="2364118" y="291886"/>
                  <a:pt x="2403620" y="309225"/>
                </a:cubicBezTo>
                <a:cubicBezTo>
                  <a:pt x="2429931" y="413163"/>
                  <a:pt x="2395726" y="326550"/>
                  <a:pt x="2458876" y="381983"/>
                </a:cubicBezTo>
                <a:cubicBezTo>
                  <a:pt x="2558380" y="469331"/>
                  <a:pt x="2431333" y="418384"/>
                  <a:pt x="2569387" y="454742"/>
                </a:cubicBezTo>
                <a:cubicBezTo>
                  <a:pt x="2573991" y="472931"/>
                  <a:pt x="2575124" y="493357"/>
                  <a:pt x="2583201" y="509310"/>
                </a:cubicBezTo>
                <a:cubicBezTo>
                  <a:pt x="2644299" y="629990"/>
                  <a:pt x="2607077" y="499432"/>
                  <a:pt x="2652270" y="618448"/>
                </a:cubicBezTo>
                <a:cubicBezTo>
                  <a:pt x="2658782" y="635598"/>
                  <a:pt x="2662084" y="654582"/>
                  <a:pt x="2666084" y="673018"/>
                </a:cubicBezTo>
                <a:cubicBezTo>
                  <a:pt x="2680747" y="740595"/>
                  <a:pt x="2681966" y="808224"/>
                  <a:pt x="2735153" y="854915"/>
                </a:cubicBezTo>
                <a:cubicBezTo>
                  <a:pt x="2748968" y="867041"/>
                  <a:pt x="2763841" y="877299"/>
                  <a:pt x="2776596" y="891294"/>
                </a:cubicBezTo>
                <a:cubicBezTo>
                  <a:pt x="2799557" y="916490"/>
                  <a:pt x="2832881" y="962560"/>
                  <a:pt x="2845665" y="1000432"/>
                </a:cubicBezTo>
                <a:cubicBezTo>
                  <a:pt x="2857492" y="1035474"/>
                  <a:pt x="2864083" y="1073191"/>
                  <a:pt x="2873292" y="1109570"/>
                </a:cubicBezTo>
                <a:cubicBezTo>
                  <a:pt x="2877897" y="1127760"/>
                  <a:pt x="2879030" y="1148186"/>
                  <a:pt x="2887107" y="1164139"/>
                </a:cubicBezTo>
                <a:cubicBezTo>
                  <a:pt x="2900136" y="1189874"/>
                  <a:pt x="2917128" y="1213057"/>
                  <a:pt x="2927830" y="1239991"/>
                </a:cubicBezTo>
                <a:cubicBezTo>
                  <a:pt x="2956101" y="1235280"/>
                  <a:pt x="2983784" y="1231175"/>
                  <a:pt x="3006919" y="1227459"/>
                </a:cubicBezTo>
                <a:cubicBezTo>
                  <a:pt x="3033477" y="1216083"/>
                  <a:pt x="3058882" y="1203506"/>
                  <a:pt x="3086596" y="1193331"/>
                </a:cubicBezTo>
                <a:cubicBezTo>
                  <a:pt x="3153924" y="1168611"/>
                  <a:pt x="3214277" y="1158332"/>
                  <a:pt x="3272512" y="1125073"/>
                </a:cubicBezTo>
                <a:cubicBezTo>
                  <a:pt x="3604552" y="935440"/>
                  <a:pt x="3326412" y="1093755"/>
                  <a:pt x="3484986" y="971494"/>
                </a:cubicBezTo>
                <a:cubicBezTo>
                  <a:pt x="3558405" y="914887"/>
                  <a:pt x="3568327" y="932655"/>
                  <a:pt x="3617782" y="869107"/>
                </a:cubicBezTo>
                <a:cubicBezTo>
                  <a:pt x="3680404" y="788639"/>
                  <a:pt x="3648170" y="814198"/>
                  <a:pt x="3636972" y="824072"/>
                </a:cubicBezTo>
                <a:cubicBezTo>
                  <a:pt x="3643589" y="818076"/>
                  <a:pt x="3660838" y="802016"/>
                  <a:pt x="3697460" y="766721"/>
                </a:cubicBezTo>
                <a:cubicBezTo>
                  <a:pt x="3719063" y="725082"/>
                  <a:pt x="3725648" y="697417"/>
                  <a:pt x="3777139" y="664335"/>
                </a:cubicBezTo>
                <a:cubicBezTo>
                  <a:pt x="3799710" y="649833"/>
                  <a:pt x="3830258" y="641582"/>
                  <a:pt x="3856816" y="630206"/>
                </a:cubicBezTo>
                <a:cubicBezTo>
                  <a:pt x="3936495" y="635894"/>
                  <a:pt x="4021416" y="628140"/>
                  <a:pt x="4095851" y="647270"/>
                </a:cubicBezTo>
                <a:cubicBezTo>
                  <a:pt x="4121845" y="653951"/>
                  <a:pt x="4117401" y="680767"/>
                  <a:pt x="4122409" y="698464"/>
                </a:cubicBezTo>
                <a:cubicBezTo>
                  <a:pt x="4135177" y="743583"/>
                  <a:pt x="4140117" y="789474"/>
                  <a:pt x="4148969" y="834979"/>
                </a:cubicBezTo>
                <a:cubicBezTo>
                  <a:pt x="4193235" y="829291"/>
                  <a:pt x="4240670" y="829915"/>
                  <a:pt x="4281765" y="817914"/>
                </a:cubicBezTo>
                <a:cubicBezTo>
                  <a:pt x="4361211" y="794712"/>
                  <a:pt x="4461381" y="744276"/>
                  <a:pt x="4520800" y="698464"/>
                </a:cubicBezTo>
                <a:cubicBezTo>
                  <a:pt x="4631466" y="613140"/>
                  <a:pt x="4507516" y="675712"/>
                  <a:pt x="4653597" y="613142"/>
                </a:cubicBezTo>
                <a:cubicBezTo>
                  <a:pt x="4672239" y="577209"/>
                  <a:pt x="4679819" y="561036"/>
                  <a:pt x="4682334" y="555253"/>
                </a:cubicBezTo>
                <a:cubicBezTo>
                  <a:pt x="4678436" y="565011"/>
                  <a:pt x="4670061" y="595509"/>
                  <a:pt x="4733274" y="527819"/>
                </a:cubicBezTo>
                <a:cubicBezTo>
                  <a:pt x="4818797" y="436239"/>
                  <a:pt x="4680821" y="510471"/>
                  <a:pt x="4839511" y="442498"/>
                </a:cubicBezTo>
                <a:cubicBezTo>
                  <a:pt x="4928043" y="448186"/>
                  <a:pt x="5023591" y="436649"/>
                  <a:pt x="5105104" y="459562"/>
                </a:cubicBezTo>
                <a:cubicBezTo>
                  <a:pt x="5173927" y="478907"/>
                  <a:pt x="5211342" y="527820"/>
                  <a:pt x="5264460" y="561949"/>
                </a:cubicBezTo>
                <a:cubicBezTo>
                  <a:pt x="5282168" y="573326"/>
                  <a:pt x="5293825" y="590991"/>
                  <a:pt x="5317581" y="596078"/>
                </a:cubicBezTo>
                <a:lnTo>
                  <a:pt x="5397258" y="613142"/>
                </a:lnTo>
                <a:cubicBezTo>
                  <a:pt x="5450376" y="635894"/>
                  <a:pt x="5493642" y="674656"/>
                  <a:pt x="5556614" y="681399"/>
                </a:cubicBezTo>
                <a:cubicBezTo>
                  <a:pt x="5609732" y="687087"/>
                  <a:pt x="5663164" y="691678"/>
                  <a:pt x="5715969" y="698464"/>
                </a:cubicBezTo>
                <a:cubicBezTo>
                  <a:pt x="5799353" y="709178"/>
                  <a:pt x="5825937" y="716326"/>
                  <a:pt x="5901885" y="732593"/>
                </a:cubicBezTo>
                <a:cubicBezTo>
                  <a:pt x="5952472" y="830100"/>
                  <a:pt x="5886708" y="748846"/>
                  <a:pt x="6008123" y="800850"/>
                </a:cubicBezTo>
                <a:cubicBezTo>
                  <a:pt x="6199435" y="882794"/>
                  <a:pt x="5955167" y="834998"/>
                  <a:pt x="6220597" y="869107"/>
                </a:cubicBezTo>
                <a:cubicBezTo>
                  <a:pt x="6229450" y="886171"/>
                  <a:pt x="6231628" y="905334"/>
                  <a:pt x="6247157" y="920300"/>
                </a:cubicBezTo>
                <a:cubicBezTo>
                  <a:pt x="6364628" y="1033513"/>
                  <a:pt x="6293062" y="911033"/>
                  <a:pt x="6379953" y="1022686"/>
                </a:cubicBezTo>
                <a:cubicBezTo>
                  <a:pt x="6392473" y="1038775"/>
                  <a:pt x="6398823" y="1056584"/>
                  <a:pt x="6406513" y="1073880"/>
                </a:cubicBezTo>
                <a:cubicBezTo>
                  <a:pt x="6434704" y="1137276"/>
                  <a:pt x="6437047" y="1200721"/>
                  <a:pt x="6539309" y="1244523"/>
                </a:cubicBezTo>
                <a:cubicBezTo>
                  <a:pt x="6565869" y="1255899"/>
                  <a:pt x="6594466" y="1265523"/>
                  <a:pt x="6618988" y="1278652"/>
                </a:cubicBezTo>
                <a:cubicBezTo>
                  <a:pt x="6663134" y="1302289"/>
                  <a:pt x="6727206" y="1345509"/>
                  <a:pt x="6751783" y="1381038"/>
                </a:cubicBezTo>
                <a:cubicBezTo>
                  <a:pt x="6774524" y="1413912"/>
                  <a:pt x="6787196" y="1449295"/>
                  <a:pt x="6804902" y="1483424"/>
                </a:cubicBezTo>
                <a:lnTo>
                  <a:pt x="6808226" y="1491563"/>
                </a:lnTo>
                <a:cubicBezTo>
                  <a:pt x="6811697" y="1490581"/>
                  <a:pt x="6815047" y="1489647"/>
                  <a:pt x="6818231" y="1488739"/>
                </a:cubicBezTo>
                <a:cubicBezTo>
                  <a:pt x="6832044" y="1478229"/>
                  <a:pt x="6845257" y="1466609"/>
                  <a:pt x="6859672" y="1457208"/>
                </a:cubicBezTo>
                <a:cubicBezTo>
                  <a:pt x="6894690" y="1434370"/>
                  <a:pt x="6926081" y="1424873"/>
                  <a:pt x="6956369" y="1394146"/>
                </a:cubicBezTo>
                <a:cubicBezTo>
                  <a:pt x="7129069" y="1218947"/>
                  <a:pt x="6984404" y="1365212"/>
                  <a:pt x="7066881" y="1252256"/>
                </a:cubicBezTo>
                <a:cubicBezTo>
                  <a:pt x="7105067" y="1199958"/>
                  <a:pt x="7110228" y="1216374"/>
                  <a:pt x="7135950" y="1157663"/>
                </a:cubicBezTo>
                <a:cubicBezTo>
                  <a:pt x="7168548" y="1083257"/>
                  <a:pt x="7151727" y="1106973"/>
                  <a:pt x="7145931" y="1116056"/>
                </a:cubicBezTo>
                <a:cubicBezTo>
                  <a:pt x="7149377" y="1110509"/>
                  <a:pt x="7158349" y="1095670"/>
                  <a:pt x="7177392" y="1063070"/>
                </a:cubicBezTo>
                <a:cubicBezTo>
                  <a:pt x="7188627" y="1024600"/>
                  <a:pt x="7192052" y="999041"/>
                  <a:pt x="7218834" y="968477"/>
                </a:cubicBezTo>
                <a:cubicBezTo>
                  <a:pt x="7230573" y="955079"/>
                  <a:pt x="7246462" y="947456"/>
                  <a:pt x="7260275" y="936946"/>
                </a:cubicBezTo>
                <a:cubicBezTo>
                  <a:pt x="7301717" y="942201"/>
                  <a:pt x="7345886" y="935037"/>
                  <a:pt x="7384601" y="952711"/>
                </a:cubicBezTo>
                <a:cubicBezTo>
                  <a:pt x="7398120" y="958883"/>
                  <a:pt x="7395809" y="983658"/>
                  <a:pt x="7398414" y="1000008"/>
                </a:cubicBezTo>
                <a:cubicBezTo>
                  <a:pt x="7405055" y="1041693"/>
                  <a:pt x="7407624" y="1084091"/>
                  <a:pt x="7412228" y="1126132"/>
                </a:cubicBezTo>
                <a:cubicBezTo>
                  <a:pt x="7435252" y="1120877"/>
                  <a:pt x="7459923" y="1121454"/>
                  <a:pt x="7481297" y="1110366"/>
                </a:cubicBezTo>
                <a:cubicBezTo>
                  <a:pt x="7522619" y="1088930"/>
                  <a:pt x="7574718" y="1042333"/>
                  <a:pt x="7605623" y="1000008"/>
                </a:cubicBezTo>
                <a:cubicBezTo>
                  <a:pt x="7663182" y="921179"/>
                  <a:pt x="7598714" y="978988"/>
                  <a:pt x="7674693" y="921180"/>
                </a:cubicBezTo>
                <a:cubicBezTo>
                  <a:pt x="7684389" y="887982"/>
                  <a:pt x="7688331" y="873040"/>
                  <a:pt x="7689639" y="867698"/>
                </a:cubicBezTo>
                <a:cubicBezTo>
                  <a:pt x="7687604" y="876762"/>
                  <a:pt x="7683285" y="904835"/>
                  <a:pt x="7716134" y="842352"/>
                </a:cubicBezTo>
                <a:cubicBezTo>
                  <a:pt x="7760616" y="757742"/>
                  <a:pt x="7688852" y="826324"/>
                  <a:pt x="7771389" y="763525"/>
                </a:cubicBezTo>
                <a:cubicBezTo>
                  <a:pt x="7817436" y="768780"/>
                  <a:pt x="7867132" y="758121"/>
                  <a:pt x="7909528" y="779290"/>
                </a:cubicBezTo>
                <a:cubicBezTo>
                  <a:pt x="7945324" y="797163"/>
                  <a:pt x="7964784" y="842353"/>
                  <a:pt x="7992412" y="873884"/>
                </a:cubicBezTo>
                <a:cubicBezTo>
                  <a:pt x="8001622" y="884395"/>
                  <a:pt x="8007685" y="900715"/>
                  <a:pt x="8020040" y="905415"/>
                </a:cubicBezTo>
                <a:lnTo>
                  <a:pt x="8061482" y="921180"/>
                </a:lnTo>
                <a:cubicBezTo>
                  <a:pt x="8089109" y="942201"/>
                  <a:pt x="8111612" y="978012"/>
                  <a:pt x="8144365" y="984242"/>
                </a:cubicBezTo>
                <a:cubicBezTo>
                  <a:pt x="8171993" y="989497"/>
                  <a:pt x="8199783" y="993739"/>
                  <a:pt x="8227248" y="1000008"/>
                </a:cubicBezTo>
                <a:cubicBezTo>
                  <a:pt x="8270617" y="1009907"/>
                  <a:pt x="8284444" y="1016511"/>
                  <a:pt x="8323946" y="1031539"/>
                </a:cubicBezTo>
                <a:cubicBezTo>
                  <a:pt x="8350257" y="1121625"/>
                  <a:pt x="8316052" y="1046555"/>
                  <a:pt x="8379201" y="1094601"/>
                </a:cubicBezTo>
                <a:cubicBezTo>
                  <a:pt x="8478705" y="1170308"/>
                  <a:pt x="8351659" y="1126150"/>
                  <a:pt x="8489713" y="1157663"/>
                </a:cubicBezTo>
                <a:cubicBezTo>
                  <a:pt x="8494317" y="1173428"/>
                  <a:pt x="8495450" y="1191132"/>
                  <a:pt x="8503527" y="1204959"/>
                </a:cubicBezTo>
                <a:cubicBezTo>
                  <a:pt x="8564625" y="1309555"/>
                  <a:pt x="8527403" y="1196397"/>
                  <a:pt x="8572596" y="1299552"/>
                </a:cubicBezTo>
                <a:cubicBezTo>
                  <a:pt x="8579108" y="1314416"/>
                  <a:pt x="8582410" y="1330870"/>
                  <a:pt x="8586410" y="1346849"/>
                </a:cubicBezTo>
                <a:cubicBezTo>
                  <a:pt x="8601073" y="1405420"/>
                  <a:pt x="8602291" y="1464036"/>
                  <a:pt x="8655479" y="1504504"/>
                </a:cubicBezTo>
                <a:cubicBezTo>
                  <a:pt x="8669293" y="1515014"/>
                  <a:pt x="8684167" y="1523905"/>
                  <a:pt x="8696921" y="1536035"/>
                </a:cubicBezTo>
                <a:cubicBezTo>
                  <a:pt x="8719883" y="1557873"/>
                  <a:pt x="8753207" y="1597803"/>
                  <a:pt x="8765991" y="1630628"/>
                </a:cubicBezTo>
                <a:cubicBezTo>
                  <a:pt x="8777818" y="1661000"/>
                  <a:pt x="8784409" y="1693690"/>
                  <a:pt x="8793618" y="1725221"/>
                </a:cubicBezTo>
                <a:cubicBezTo>
                  <a:pt x="8798223" y="1740987"/>
                  <a:pt x="8799355" y="1758691"/>
                  <a:pt x="8807433" y="1772518"/>
                </a:cubicBezTo>
                <a:cubicBezTo>
                  <a:pt x="8825851" y="1804049"/>
                  <a:pt x="8852187" y="1831160"/>
                  <a:pt x="8862688" y="1867111"/>
                </a:cubicBezTo>
                <a:cubicBezTo>
                  <a:pt x="8867293" y="1882877"/>
                  <a:pt x="8867563" y="1901290"/>
                  <a:pt x="8876503" y="1914408"/>
                </a:cubicBezTo>
                <a:cubicBezTo>
                  <a:pt x="8900491" y="1949606"/>
                  <a:pt x="8959386" y="2009001"/>
                  <a:pt x="8959386" y="2009001"/>
                </a:cubicBezTo>
                <a:cubicBezTo>
                  <a:pt x="8972550" y="2054074"/>
                  <a:pt x="8978342" y="2069875"/>
                  <a:pt x="8987013" y="2119359"/>
                </a:cubicBezTo>
                <a:cubicBezTo>
                  <a:pt x="8991299" y="2143816"/>
                  <a:pt x="9002607" y="2244970"/>
                  <a:pt x="9014641" y="2277015"/>
                </a:cubicBezTo>
                <a:cubicBezTo>
                  <a:pt x="9021181" y="2294431"/>
                  <a:pt x="9034032" y="2307860"/>
                  <a:pt x="9042269" y="2324311"/>
                </a:cubicBezTo>
                <a:cubicBezTo>
                  <a:pt x="9052486" y="2344716"/>
                  <a:pt x="9062249" y="2365552"/>
                  <a:pt x="9069897" y="2387373"/>
                </a:cubicBezTo>
                <a:cubicBezTo>
                  <a:pt x="9069919" y="2387444"/>
                  <a:pt x="9104428" y="2505602"/>
                  <a:pt x="9111338" y="2529263"/>
                </a:cubicBezTo>
                <a:cubicBezTo>
                  <a:pt x="9115943" y="2545028"/>
                  <a:pt x="9118641" y="2561695"/>
                  <a:pt x="9125153" y="2576559"/>
                </a:cubicBezTo>
                <a:cubicBezTo>
                  <a:pt x="9160205" y="2656569"/>
                  <a:pt x="9141358" y="2620066"/>
                  <a:pt x="9180408" y="2686918"/>
                </a:cubicBezTo>
                <a:cubicBezTo>
                  <a:pt x="9185013" y="2702684"/>
                  <a:pt x="9191617" y="2717865"/>
                  <a:pt x="9194221" y="2734215"/>
                </a:cubicBezTo>
                <a:cubicBezTo>
                  <a:pt x="9213973" y="2858198"/>
                  <a:pt x="9203077" y="2873671"/>
                  <a:pt x="9221850" y="3002228"/>
                </a:cubicBezTo>
                <a:cubicBezTo>
                  <a:pt x="9224244" y="3018620"/>
                  <a:pt x="9232131" y="3033403"/>
                  <a:pt x="9235663" y="3049525"/>
                </a:cubicBezTo>
                <a:cubicBezTo>
                  <a:pt x="9241358" y="3075521"/>
                  <a:pt x="9244873" y="3102076"/>
                  <a:pt x="9249478" y="3128352"/>
                </a:cubicBezTo>
                <a:cubicBezTo>
                  <a:pt x="9244873" y="3307028"/>
                  <a:pt x="9242941" y="3485820"/>
                  <a:pt x="9235663" y="3664380"/>
                </a:cubicBezTo>
                <a:cubicBezTo>
                  <a:pt x="9230661" y="3787113"/>
                  <a:pt x="9231397" y="3773582"/>
                  <a:pt x="9208036" y="3853566"/>
                </a:cubicBezTo>
                <a:cubicBezTo>
                  <a:pt x="9189521" y="4276156"/>
                  <a:pt x="9282325" y="4121279"/>
                  <a:pt x="9152780" y="4184642"/>
                </a:cubicBezTo>
                <a:cubicBezTo>
                  <a:pt x="9133852" y="4193900"/>
                  <a:pt x="9115943" y="4205663"/>
                  <a:pt x="9097525" y="4216173"/>
                </a:cubicBezTo>
                <a:cubicBezTo>
                  <a:pt x="9010037" y="4210918"/>
                  <a:pt x="8921123" y="4219117"/>
                  <a:pt x="8835060" y="4200408"/>
                </a:cubicBezTo>
                <a:cubicBezTo>
                  <a:pt x="8818751" y="4196863"/>
                  <a:pt x="8819172" y="4166509"/>
                  <a:pt x="8807433" y="4153111"/>
                </a:cubicBezTo>
                <a:cubicBezTo>
                  <a:pt x="8795693" y="4139713"/>
                  <a:pt x="8779805" y="4132090"/>
                  <a:pt x="8765991" y="4121580"/>
                </a:cubicBezTo>
                <a:cubicBezTo>
                  <a:pt x="8742967" y="4126835"/>
                  <a:pt x="8717307" y="4124051"/>
                  <a:pt x="8696921" y="4137346"/>
                </a:cubicBezTo>
                <a:cubicBezTo>
                  <a:pt x="8682507" y="4146747"/>
                  <a:pt x="8674544" y="4166667"/>
                  <a:pt x="8669293" y="4184642"/>
                </a:cubicBezTo>
                <a:cubicBezTo>
                  <a:pt x="8654217" y="4236261"/>
                  <a:pt x="8652537" y="4359867"/>
                  <a:pt x="8641666" y="4405359"/>
                </a:cubicBezTo>
                <a:cubicBezTo>
                  <a:pt x="8637298" y="4423639"/>
                  <a:pt x="8622275" y="4436205"/>
                  <a:pt x="8614038" y="4452656"/>
                </a:cubicBezTo>
                <a:cubicBezTo>
                  <a:pt x="8499050" y="4682315"/>
                  <a:pt x="8650091" y="4386130"/>
                  <a:pt x="8572596" y="4563015"/>
                </a:cubicBezTo>
                <a:cubicBezTo>
                  <a:pt x="8565171" y="4579962"/>
                  <a:pt x="8554177" y="4594546"/>
                  <a:pt x="8544968" y="4610311"/>
                </a:cubicBezTo>
                <a:cubicBezTo>
                  <a:pt x="8491783" y="4792417"/>
                  <a:pt x="8565155" y="4526661"/>
                  <a:pt x="8517340" y="5035980"/>
                </a:cubicBezTo>
                <a:cubicBezTo>
                  <a:pt x="8514180" y="5069643"/>
                  <a:pt x="8463201" y="5139385"/>
                  <a:pt x="8448271" y="5162104"/>
                </a:cubicBezTo>
                <a:cubicBezTo>
                  <a:pt x="8443667" y="5177870"/>
                  <a:pt x="8438457" y="5193422"/>
                  <a:pt x="8434457" y="5209401"/>
                </a:cubicBezTo>
                <a:cubicBezTo>
                  <a:pt x="8429241" y="5230235"/>
                  <a:pt x="8429134" y="5253083"/>
                  <a:pt x="8420643" y="5272463"/>
                </a:cubicBezTo>
                <a:cubicBezTo>
                  <a:pt x="8414819" y="5285758"/>
                  <a:pt x="8401151" y="5292387"/>
                  <a:pt x="8393015" y="5303994"/>
                </a:cubicBezTo>
                <a:cubicBezTo>
                  <a:pt x="8382643" y="5318789"/>
                  <a:pt x="8377882" y="5338813"/>
                  <a:pt x="8365387" y="5351290"/>
                </a:cubicBezTo>
                <a:cubicBezTo>
                  <a:pt x="8249242" y="5467274"/>
                  <a:pt x="8323277" y="5383202"/>
                  <a:pt x="8241063" y="5430118"/>
                </a:cubicBezTo>
                <a:cubicBezTo>
                  <a:pt x="8226213" y="5438592"/>
                  <a:pt x="8214470" y="5453175"/>
                  <a:pt x="8199621" y="5461649"/>
                </a:cubicBezTo>
                <a:cubicBezTo>
                  <a:pt x="8165611" y="5481056"/>
                  <a:pt x="8107135" y="5487124"/>
                  <a:pt x="8075296" y="5493180"/>
                </a:cubicBezTo>
                <a:cubicBezTo>
                  <a:pt x="8061482" y="5503690"/>
                  <a:pt x="8040596" y="5507396"/>
                  <a:pt x="8033854" y="5524711"/>
                </a:cubicBezTo>
                <a:cubicBezTo>
                  <a:pt x="7978643" y="5666486"/>
                  <a:pt x="8068522" y="5616627"/>
                  <a:pt x="7978598" y="5650835"/>
                </a:cubicBezTo>
                <a:cubicBezTo>
                  <a:pt x="7955575" y="5645580"/>
                  <a:pt x="7929914" y="5648365"/>
                  <a:pt x="7909528" y="5635070"/>
                </a:cubicBezTo>
                <a:cubicBezTo>
                  <a:pt x="7869177" y="5608754"/>
                  <a:pt x="7899229" y="5561537"/>
                  <a:pt x="7840459" y="5556242"/>
                </a:cubicBezTo>
                <a:cubicBezTo>
                  <a:pt x="7679732" y="5541760"/>
                  <a:pt x="7518135" y="5545732"/>
                  <a:pt x="7356973" y="5540477"/>
                </a:cubicBezTo>
                <a:cubicBezTo>
                  <a:pt x="7282569" y="5532757"/>
                  <a:pt x="7216626" y="5553722"/>
                  <a:pt x="7163577" y="5493180"/>
                </a:cubicBezTo>
                <a:cubicBezTo>
                  <a:pt x="7151838" y="5479782"/>
                  <a:pt x="7145159" y="5461649"/>
                  <a:pt x="7135950" y="5445884"/>
                </a:cubicBezTo>
                <a:cubicBezTo>
                  <a:pt x="7126850" y="5414727"/>
                  <a:pt x="7118853" y="5373517"/>
                  <a:pt x="7094508" y="5351290"/>
                </a:cubicBezTo>
                <a:cubicBezTo>
                  <a:pt x="7083138" y="5340909"/>
                  <a:pt x="7066881" y="5340780"/>
                  <a:pt x="7053066" y="5335525"/>
                </a:cubicBezTo>
                <a:cubicBezTo>
                  <a:pt x="7043857" y="5319759"/>
                  <a:pt x="7037178" y="5301626"/>
                  <a:pt x="7025438" y="5288228"/>
                </a:cubicBezTo>
                <a:cubicBezTo>
                  <a:pt x="7013699" y="5274830"/>
                  <a:pt x="6994369" y="5271493"/>
                  <a:pt x="6983997" y="5256697"/>
                </a:cubicBezTo>
                <a:cubicBezTo>
                  <a:pt x="6974901" y="5243720"/>
                  <a:pt x="6976695" y="5224265"/>
                  <a:pt x="6970183" y="5209401"/>
                </a:cubicBezTo>
                <a:cubicBezTo>
                  <a:pt x="6962758" y="5192454"/>
                  <a:pt x="6950792" y="5178555"/>
                  <a:pt x="6942555" y="5162104"/>
                </a:cubicBezTo>
                <a:cubicBezTo>
                  <a:pt x="6932338" y="5141699"/>
                  <a:pt x="6924136" y="5120063"/>
                  <a:pt x="6914927" y="5099042"/>
                </a:cubicBezTo>
                <a:cubicBezTo>
                  <a:pt x="6910323" y="5020214"/>
                  <a:pt x="6910904" y="4940768"/>
                  <a:pt x="6901114" y="4862559"/>
                </a:cubicBezTo>
                <a:cubicBezTo>
                  <a:pt x="6896996" y="4829656"/>
                  <a:pt x="6882695" y="4799497"/>
                  <a:pt x="6873486" y="4767966"/>
                </a:cubicBezTo>
                <a:cubicBezTo>
                  <a:pt x="6854422" y="4702696"/>
                  <a:pt x="6867748" y="4734495"/>
                  <a:pt x="6832044" y="4673373"/>
                </a:cubicBezTo>
                <a:cubicBezTo>
                  <a:pt x="6797324" y="4554495"/>
                  <a:pt x="6844159" y="4701027"/>
                  <a:pt x="6790602" y="4578780"/>
                </a:cubicBezTo>
                <a:cubicBezTo>
                  <a:pt x="6784090" y="4563916"/>
                  <a:pt x="6785525" y="4544778"/>
                  <a:pt x="6776788" y="4531484"/>
                </a:cubicBezTo>
                <a:cubicBezTo>
                  <a:pt x="6757252" y="4501756"/>
                  <a:pt x="6730742" y="4478932"/>
                  <a:pt x="6707719" y="4452656"/>
                </a:cubicBezTo>
                <a:cubicBezTo>
                  <a:pt x="6693905" y="4436890"/>
                  <a:pt x="6677113" y="4423910"/>
                  <a:pt x="6666277" y="4405359"/>
                </a:cubicBezTo>
                <a:cubicBezTo>
                  <a:pt x="6647858" y="4373828"/>
                  <a:pt x="6634501" y="4337562"/>
                  <a:pt x="6611022" y="4310766"/>
                </a:cubicBezTo>
                <a:lnTo>
                  <a:pt x="6542442" y="4232498"/>
                </a:lnTo>
                <a:cubicBezTo>
                  <a:pt x="6531991" y="4289622"/>
                  <a:pt x="6525831" y="4353552"/>
                  <a:pt x="6512750" y="4384367"/>
                </a:cubicBezTo>
                <a:cubicBezTo>
                  <a:pt x="6504352" y="4404153"/>
                  <a:pt x="6475469" y="4417754"/>
                  <a:pt x="6459632" y="4435561"/>
                </a:cubicBezTo>
                <a:cubicBezTo>
                  <a:pt x="6238550" y="4684140"/>
                  <a:pt x="6528950" y="4363554"/>
                  <a:pt x="6379953" y="4555012"/>
                </a:cubicBezTo>
                <a:cubicBezTo>
                  <a:pt x="6365677" y="4573355"/>
                  <a:pt x="6344540" y="4589140"/>
                  <a:pt x="6326834" y="4606204"/>
                </a:cubicBezTo>
                <a:cubicBezTo>
                  <a:pt x="6224578" y="4803313"/>
                  <a:pt x="6365647" y="4515663"/>
                  <a:pt x="6273716" y="5066942"/>
                </a:cubicBezTo>
                <a:cubicBezTo>
                  <a:pt x="6267639" y="5103379"/>
                  <a:pt x="6169625" y="5178866"/>
                  <a:pt x="6140920" y="5203457"/>
                </a:cubicBezTo>
                <a:cubicBezTo>
                  <a:pt x="6132067" y="5220522"/>
                  <a:pt x="6122050" y="5237355"/>
                  <a:pt x="6114360" y="5254651"/>
                </a:cubicBezTo>
                <a:cubicBezTo>
                  <a:pt x="6104331" y="5277201"/>
                  <a:pt x="6104126" y="5301931"/>
                  <a:pt x="6087801" y="5322908"/>
                </a:cubicBezTo>
                <a:cubicBezTo>
                  <a:pt x="6076604" y="5337298"/>
                  <a:pt x="6050325" y="5344474"/>
                  <a:pt x="6034681" y="5357037"/>
                </a:cubicBezTo>
                <a:cubicBezTo>
                  <a:pt x="6014740" y="5373051"/>
                  <a:pt x="6005586" y="5394724"/>
                  <a:pt x="5981563" y="5408229"/>
                </a:cubicBezTo>
                <a:cubicBezTo>
                  <a:pt x="5758256" y="5533769"/>
                  <a:pt x="5900600" y="5442770"/>
                  <a:pt x="5742530" y="5493552"/>
                </a:cubicBezTo>
                <a:cubicBezTo>
                  <a:pt x="5713980" y="5502724"/>
                  <a:pt x="5691401" y="5518508"/>
                  <a:pt x="5662851" y="5527680"/>
                </a:cubicBezTo>
                <a:cubicBezTo>
                  <a:pt x="5597463" y="5548686"/>
                  <a:pt x="5485033" y="5555254"/>
                  <a:pt x="5423818" y="5561809"/>
                </a:cubicBezTo>
                <a:cubicBezTo>
                  <a:pt x="5397258" y="5573185"/>
                  <a:pt x="5357102" y="5577196"/>
                  <a:pt x="5344139" y="5595938"/>
                </a:cubicBezTo>
                <a:cubicBezTo>
                  <a:pt x="5237988" y="5749393"/>
                  <a:pt x="5410794" y="5695426"/>
                  <a:pt x="5237902" y="5732453"/>
                </a:cubicBezTo>
                <a:cubicBezTo>
                  <a:pt x="5193636" y="5726765"/>
                  <a:pt x="5144299" y="5729779"/>
                  <a:pt x="5105104" y="5715389"/>
                </a:cubicBezTo>
                <a:cubicBezTo>
                  <a:pt x="5027523" y="5686905"/>
                  <a:pt x="5085303" y="5635798"/>
                  <a:pt x="4972309" y="5630066"/>
                </a:cubicBezTo>
                <a:cubicBezTo>
                  <a:pt x="4663286" y="5614391"/>
                  <a:pt x="4352591" y="5618691"/>
                  <a:pt x="4042732" y="5613003"/>
                </a:cubicBezTo>
                <a:cubicBezTo>
                  <a:pt x="3899680" y="5604647"/>
                  <a:pt x="3772894" y="5627339"/>
                  <a:pt x="3670900" y="5561809"/>
                </a:cubicBezTo>
                <a:cubicBezTo>
                  <a:pt x="3648329" y="5547307"/>
                  <a:pt x="3635487" y="5527680"/>
                  <a:pt x="3617782" y="5510616"/>
                </a:cubicBezTo>
                <a:cubicBezTo>
                  <a:pt x="3600287" y="5476893"/>
                  <a:pt x="3584911" y="5432287"/>
                  <a:pt x="3538105" y="5408229"/>
                </a:cubicBezTo>
                <a:cubicBezTo>
                  <a:pt x="3516243" y="5396993"/>
                  <a:pt x="3484986" y="5396853"/>
                  <a:pt x="3458426" y="5391165"/>
                </a:cubicBezTo>
                <a:cubicBezTo>
                  <a:pt x="3440720" y="5374101"/>
                  <a:pt x="3427878" y="5354474"/>
                  <a:pt x="3405307" y="5339972"/>
                </a:cubicBezTo>
                <a:cubicBezTo>
                  <a:pt x="3382736" y="5325470"/>
                  <a:pt x="3345571" y="5321858"/>
                  <a:pt x="3325630" y="5305843"/>
                </a:cubicBezTo>
                <a:cubicBezTo>
                  <a:pt x="3308142" y="5291797"/>
                  <a:pt x="3311590" y="5270739"/>
                  <a:pt x="3299070" y="5254651"/>
                </a:cubicBezTo>
                <a:cubicBezTo>
                  <a:pt x="3284794" y="5236307"/>
                  <a:pt x="3261789" y="5221263"/>
                  <a:pt x="3245951" y="5203457"/>
                </a:cubicBezTo>
                <a:cubicBezTo>
                  <a:pt x="3226308" y="5181371"/>
                  <a:pt x="3210539" y="5157953"/>
                  <a:pt x="3192833" y="5135200"/>
                </a:cubicBezTo>
                <a:cubicBezTo>
                  <a:pt x="3183980" y="5049877"/>
                  <a:pt x="3185097" y="4963886"/>
                  <a:pt x="3166274" y="4879234"/>
                </a:cubicBezTo>
                <a:cubicBezTo>
                  <a:pt x="3158357" y="4843620"/>
                  <a:pt x="3130861" y="4810976"/>
                  <a:pt x="3113156" y="4776848"/>
                </a:cubicBezTo>
                <a:cubicBezTo>
                  <a:pt x="3076503" y="4706200"/>
                  <a:pt x="3102123" y="4740619"/>
                  <a:pt x="3033477" y="4674462"/>
                </a:cubicBezTo>
                <a:cubicBezTo>
                  <a:pt x="2966723" y="4545790"/>
                  <a:pt x="3056771" y="4704394"/>
                  <a:pt x="2953798" y="4572075"/>
                </a:cubicBezTo>
                <a:cubicBezTo>
                  <a:pt x="2941278" y="4555987"/>
                  <a:pt x="2944037" y="4535272"/>
                  <a:pt x="2927240" y="4520883"/>
                </a:cubicBezTo>
                <a:cubicBezTo>
                  <a:pt x="2889679" y="4488706"/>
                  <a:pt x="2838708" y="4464001"/>
                  <a:pt x="2794442" y="4435561"/>
                </a:cubicBezTo>
                <a:cubicBezTo>
                  <a:pt x="2767884" y="4418496"/>
                  <a:pt x="2735599" y="4404446"/>
                  <a:pt x="2714765" y="4384367"/>
                </a:cubicBezTo>
                <a:lnTo>
                  <a:pt x="2669684" y="4335964"/>
                </a:lnTo>
                <a:cubicBezTo>
                  <a:pt x="2666080" y="4346721"/>
                  <a:pt x="2660447" y="4362179"/>
                  <a:pt x="2652270" y="4383713"/>
                </a:cubicBezTo>
                <a:cubicBezTo>
                  <a:pt x="2644845" y="4403266"/>
                  <a:pt x="2633851" y="4420093"/>
                  <a:pt x="2624642" y="4438282"/>
                </a:cubicBezTo>
                <a:cubicBezTo>
                  <a:pt x="2571457" y="4648389"/>
                  <a:pt x="2644829" y="4341769"/>
                  <a:pt x="2597014" y="4929403"/>
                </a:cubicBezTo>
                <a:cubicBezTo>
                  <a:pt x="2593854" y="4968242"/>
                  <a:pt x="2542875" y="5048708"/>
                  <a:pt x="2527945" y="5074920"/>
                </a:cubicBezTo>
                <a:cubicBezTo>
                  <a:pt x="2523341" y="5093111"/>
                  <a:pt x="2518131" y="5111054"/>
                  <a:pt x="2514131" y="5129490"/>
                </a:cubicBezTo>
                <a:cubicBezTo>
                  <a:pt x="2508915" y="5153527"/>
                  <a:pt x="2508808" y="5179889"/>
                  <a:pt x="2500318" y="5202248"/>
                </a:cubicBezTo>
                <a:cubicBezTo>
                  <a:pt x="2494493" y="5217588"/>
                  <a:pt x="2480825" y="5225236"/>
                  <a:pt x="2472689" y="5238628"/>
                </a:cubicBezTo>
                <a:cubicBezTo>
                  <a:pt x="2462317" y="5255698"/>
                  <a:pt x="2457556" y="5278801"/>
                  <a:pt x="2445061" y="5293196"/>
                </a:cubicBezTo>
                <a:cubicBezTo>
                  <a:pt x="2328916" y="5427014"/>
                  <a:pt x="2402951" y="5330015"/>
                  <a:pt x="2320737" y="5384145"/>
                </a:cubicBezTo>
                <a:cubicBezTo>
                  <a:pt x="2305887" y="5393922"/>
                  <a:pt x="2294144" y="5410747"/>
                  <a:pt x="2279295" y="5420524"/>
                </a:cubicBezTo>
                <a:cubicBezTo>
                  <a:pt x="2245285" y="5442915"/>
                  <a:pt x="2186809" y="5449917"/>
                  <a:pt x="2154970" y="5456904"/>
                </a:cubicBezTo>
                <a:cubicBezTo>
                  <a:pt x="2141156" y="5469030"/>
                  <a:pt x="2120270" y="5473306"/>
                  <a:pt x="2113528" y="5493283"/>
                </a:cubicBezTo>
                <a:cubicBezTo>
                  <a:pt x="2058317" y="5656858"/>
                  <a:pt x="2148196" y="5599332"/>
                  <a:pt x="2058272" y="5638800"/>
                </a:cubicBezTo>
                <a:cubicBezTo>
                  <a:pt x="2035249" y="5632737"/>
                  <a:pt x="2009588" y="5635951"/>
                  <a:pt x="1989202" y="5620611"/>
                </a:cubicBezTo>
                <a:cubicBezTo>
                  <a:pt x="1948851" y="5590249"/>
                  <a:pt x="1978903" y="5535772"/>
                  <a:pt x="1920133" y="5529662"/>
                </a:cubicBezTo>
                <a:cubicBezTo>
                  <a:pt x="1759406" y="5512954"/>
                  <a:pt x="1597809" y="5517536"/>
                  <a:pt x="1436647" y="5511473"/>
                </a:cubicBezTo>
                <a:cubicBezTo>
                  <a:pt x="1362243" y="5502566"/>
                  <a:pt x="1296300" y="5526755"/>
                  <a:pt x="1243251" y="5456904"/>
                </a:cubicBezTo>
                <a:cubicBezTo>
                  <a:pt x="1231512" y="5441446"/>
                  <a:pt x="1224832" y="5420524"/>
                  <a:pt x="1215623" y="5402335"/>
                </a:cubicBezTo>
                <a:cubicBezTo>
                  <a:pt x="1206524" y="5366388"/>
                  <a:pt x="1198527" y="5318841"/>
                  <a:pt x="1174182" y="5293196"/>
                </a:cubicBezTo>
                <a:cubicBezTo>
                  <a:pt x="1162812" y="5281219"/>
                  <a:pt x="1146554" y="5281070"/>
                  <a:pt x="1132740" y="5275007"/>
                </a:cubicBezTo>
                <a:cubicBezTo>
                  <a:pt x="1123531" y="5256817"/>
                  <a:pt x="1116852" y="5235896"/>
                  <a:pt x="1105112" y="5220438"/>
                </a:cubicBezTo>
                <a:cubicBezTo>
                  <a:pt x="1093373" y="5204979"/>
                  <a:pt x="1074043" y="5201129"/>
                  <a:pt x="1063671" y="5184058"/>
                </a:cubicBezTo>
                <a:cubicBezTo>
                  <a:pt x="1054575" y="5169086"/>
                  <a:pt x="1056369" y="5146639"/>
                  <a:pt x="1049857" y="5129490"/>
                </a:cubicBezTo>
                <a:cubicBezTo>
                  <a:pt x="1042432" y="5109937"/>
                  <a:pt x="1030466" y="5093901"/>
                  <a:pt x="1022229" y="5074920"/>
                </a:cubicBezTo>
                <a:cubicBezTo>
                  <a:pt x="1012012" y="5051378"/>
                  <a:pt x="1003810" y="5026415"/>
                  <a:pt x="994601" y="5002162"/>
                </a:cubicBezTo>
                <a:cubicBezTo>
                  <a:pt x="989997" y="4911213"/>
                  <a:pt x="990578" y="4819551"/>
                  <a:pt x="980788" y="4729316"/>
                </a:cubicBezTo>
                <a:cubicBezTo>
                  <a:pt x="976669" y="4691354"/>
                  <a:pt x="962369" y="4656558"/>
                  <a:pt x="953160" y="4620178"/>
                </a:cubicBezTo>
                <a:cubicBezTo>
                  <a:pt x="934096" y="4544872"/>
                  <a:pt x="947422" y="4581561"/>
                  <a:pt x="911718" y="4511040"/>
                </a:cubicBezTo>
                <a:cubicBezTo>
                  <a:pt x="876998" y="4373883"/>
                  <a:pt x="923833" y="4542946"/>
                  <a:pt x="870276" y="4401902"/>
                </a:cubicBezTo>
                <a:cubicBezTo>
                  <a:pt x="863764" y="4384753"/>
                  <a:pt x="865199" y="4362672"/>
                  <a:pt x="856462" y="4347334"/>
                </a:cubicBezTo>
                <a:cubicBezTo>
                  <a:pt x="836926" y="4313035"/>
                  <a:pt x="810416" y="4286701"/>
                  <a:pt x="787392" y="4256385"/>
                </a:cubicBezTo>
                <a:cubicBezTo>
                  <a:pt x="773579" y="4238195"/>
                  <a:pt x="756787" y="4223219"/>
                  <a:pt x="745951" y="4201816"/>
                </a:cubicBezTo>
                <a:cubicBezTo>
                  <a:pt x="727532" y="4165436"/>
                  <a:pt x="714174" y="4123594"/>
                  <a:pt x="690696" y="4092677"/>
                </a:cubicBezTo>
                <a:lnTo>
                  <a:pt x="607812" y="3983539"/>
                </a:lnTo>
                <a:lnTo>
                  <a:pt x="566370" y="3928971"/>
                </a:lnTo>
                <a:cubicBezTo>
                  <a:pt x="561766" y="3898655"/>
                  <a:pt x="558734" y="3867849"/>
                  <a:pt x="552557" y="3838022"/>
                </a:cubicBezTo>
                <a:cubicBezTo>
                  <a:pt x="544894" y="3801027"/>
                  <a:pt x="530640" y="3766487"/>
                  <a:pt x="524929" y="3728884"/>
                </a:cubicBezTo>
                <a:cubicBezTo>
                  <a:pt x="520324" y="3698568"/>
                  <a:pt x="530650" y="3655085"/>
                  <a:pt x="511114" y="3637935"/>
                </a:cubicBezTo>
                <a:cubicBezTo>
                  <a:pt x="480225" y="3610820"/>
                  <a:pt x="437296" y="3627179"/>
                  <a:pt x="400603" y="3619746"/>
                </a:cubicBezTo>
                <a:cubicBezTo>
                  <a:pt x="377397" y="3615045"/>
                  <a:pt x="354185" y="3609691"/>
                  <a:pt x="331533" y="3601556"/>
                </a:cubicBezTo>
                <a:cubicBezTo>
                  <a:pt x="303438" y="3591466"/>
                  <a:pt x="248650" y="3565177"/>
                  <a:pt x="248650" y="3565177"/>
                </a:cubicBezTo>
                <a:cubicBezTo>
                  <a:pt x="244046" y="3546988"/>
                  <a:pt x="241349" y="3527758"/>
                  <a:pt x="234837" y="3510608"/>
                </a:cubicBezTo>
                <a:cubicBezTo>
                  <a:pt x="227412" y="3491054"/>
                  <a:pt x="213038" y="3476508"/>
                  <a:pt x="207209" y="3456039"/>
                </a:cubicBezTo>
                <a:cubicBezTo>
                  <a:pt x="198965" y="3427091"/>
                  <a:pt x="197999" y="3395407"/>
                  <a:pt x="193395" y="3365091"/>
                </a:cubicBezTo>
                <a:cubicBezTo>
                  <a:pt x="197999" y="3237763"/>
                  <a:pt x="199170" y="3110139"/>
                  <a:pt x="207209" y="2983108"/>
                </a:cubicBezTo>
                <a:cubicBezTo>
                  <a:pt x="208418" y="2964000"/>
                  <a:pt x="217490" y="2947139"/>
                  <a:pt x="221022" y="2928538"/>
                </a:cubicBezTo>
                <a:lnTo>
                  <a:pt x="248650" y="2783021"/>
                </a:lnTo>
                <a:cubicBezTo>
                  <a:pt x="244046" y="2643567"/>
                  <a:pt x="246987" y="2503324"/>
                  <a:pt x="234837" y="2364658"/>
                </a:cubicBezTo>
                <a:cubicBezTo>
                  <a:pt x="232933" y="2342941"/>
                  <a:pt x="218239" y="2326429"/>
                  <a:pt x="207209" y="2310090"/>
                </a:cubicBezTo>
                <a:cubicBezTo>
                  <a:pt x="181251" y="2271637"/>
                  <a:pt x="151953" y="2237330"/>
                  <a:pt x="124326" y="2200951"/>
                </a:cubicBezTo>
                <a:lnTo>
                  <a:pt x="82883" y="2146382"/>
                </a:lnTo>
                <a:lnTo>
                  <a:pt x="41441" y="2091813"/>
                </a:lnTo>
                <a:lnTo>
                  <a:pt x="13813" y="1982675"/>
                </a:lnTo>
                <a:lnTo>
                  <a:pt x="0" y="1928106"/>
                </a:lnTo>
                <a:cubicBezTo>
                  <a:pt x="4604" y="1891727"/>
                  <a:pt x="4957" y="1853957"/>
                  <a:pt x="13813" y="1818968"/>
                </a:cubicBezTo>
                <a:cubicBezTo>
                  <a:pt x="19064" y="1798228"/>
                  <a:pt x="32899" y="1783145"/>
                  <a:pt x="41441" y="1764399"/>
                </a:cubicBezTo>
                <a:cubicBezTo>
                  <a:pt x="46739" y="1752774"/>
                  <a:pt x="41441" y="1737115"/>
                  <a:pt x="55256" y="1728020"/>
                </a:cubicBezTo>
                <a:cubicBezTo>
                  <a:pt x="69070" y="1718924"/>
                  <a:pt x="104192" y="1725737"/>
                  <a:pt x="124326" y="1709830"/>
                </a:cubicBezTo>
                <a:cubicBezTo>
                  <a:pt x="150046" y="1689509"/>
                  <a:pt x="203424" y="1610659"/>
                  <a:pt x="221022" y="1564312"/>
                </a:cubicBezTo>
                <a:cubicBezTo>
                  <a:pt x="253630" y="1478441"/>
                  <a:pt x="236790" y="1505844"/>
                  <a:pt x="231001" y="1516313"/>
                </a:cubicBezTo>
                <a:cubicBezTo>
                  <a:pt x="234447" y="1509913"/>
                  <a:pt x="243419" y="1492792"/>
                  <a:pt x="262464" y="1455174"/>
                </a:cubicBezTo>
                <a:cubicBezTo>
                  <a:pt x="267069" y="1430921"/>
                  <a:pt x="272160" y="1406820"/>
                  <a:pt x="276278" y="1382415"/>
                </a:cubicBezTo>
                <a:cubicBezTo>
                  <a:pt x="282581" y="1345065"/>
                  <a:pt x="289097" y="1275898"/>
                  <a:pt x="303906" y="1236898"/>
                </a:cubicBezTo>
                <a:cubicBezTo>
                  <a:pt x="332248" y="1162259"/>
                  <a:pt x="324901" y="1202339"/>
                  <a:pt x="359161" y="1145949"/>
                </a:cubicBezTo>
                <a:cubicBezTo>
                  <a:pt x="369532" y="1128878"/>
                  <a:pt x="373825" y="1105037"/>
                  <a:pt x="386789" y="1091381"/>
                </a:cubicBezTo>
                <a:cubicBezTo>
                  <a:pt x="398160" y="1079404"/>
                  <a:pt x="415207" y="1081765"/>
                  <a:pt x="428231" y="1073191"/>
                </a:cubicBezTo>
                <a:cubicBezTo>
                  <a:pt x="443080" y="1063414"/>
                  <a:pt x="454070" y="1044282"/>
                  <a:pt x="469672" y="1036811"/>
                </a:cubicBezTo>
                <a:cubicBezTo>
                  <a:pt x="505357" y="1019724"/>
                  <a:pt x="544162" y="1016243"/>
                  <a:pt x="580184" y="1000432"/>
                </a:cubicBezTo>
                <a:lnTo>
                  <a:pt x="663068" y="964053"/>
                </a:lnTo>
                <a:lnTo>
                  <a:pt x="704509" y="945863"/>
                </a:lnTo>
                <a:cubicBezTo>
                  <a:pt x="746130" y="909327"/>
                  <a:pt x="752133" y="900800"/>
                  <a:pt x="801207" y="873105"/>
                </a:cubicBezTo>
                <a:cubicBezTo>
                  <a:pt x="828957" y="857445"/>
                  <a:pt x="869857" y="845958"/>
                  <a:pt x="897904" y="836726"/>
                </a:cubicBezTo>
                <a:cubicBezTo>
                  <a:pt x="911718" y="824600"/>
                  <a:pt x="924931" y="811193"/>
                  <a:pt x="939346" y="800346"/>
                </a:cubicBezTo>
                <a:cubicBezTo>
                  <a:pt x="974364" y="773997"/>
                  <a:pt x="1005754" y="763039"/>
                  <a:pt x="1036043" y="727588"/>
                </a:cubicBezTo>
                <a:cubicBezTo>
                  <a:pt x="1208743" y="525449"/>
                  <a:pt x="1064078" y="694205"/>
                  <a:pt x="1146554" y="563880"/>
                </a:cubicBezTo>
                <a:cubicBezTo>
                  <a:pt x="1184741" y="503541"/>
                  <a:pt x="1189901" y="522481"/>
                  <a:pt x="1215623" y="454742"/>
                </a:cubicBezTo>
                <a:cubicBezTo>
                  <a:pt x="1248227" y="368881"/>
                  <a:pt x="1231395" y="396267"/>
                  <a:pt x="1225605" y="406737"/>
                </a:cubicBezTo>
                <a:cubicBezTo>
                  <a:pt x="1229052" y="400335"/>
                  <a:pt x="1238024" y="383214"/>
                  <a:pt x="1257066" y="345604"/>
                </a:cubicBezTo>
                <a:cubicBezTo>
                  <a:pt x="1268301" y="301219"/>
                  <a:pt x="1271726" y="271730"/>
                  <a:pt x="1298508" y="236466"/>
                </a:cubicBezTo>
                <a:cubicBezTo>
                  <a:pt x="1310247" y="221008"/>
                  <a:pt x="1326135" y="212213"/>
                  <a:pt x="1339949" y="200087"/>
                </a:cubicBezTo>
                <a:cubicBezTo>
                  <a:pt x="1381391" y="206150"/>
                  <a:pt x="1425560" y="197884"/>
                  <a:pt x="1464274" y="218276"/>
                </a:cubicBezTo>
                <a:cubicBezTo>
                  <a:pt x="1477794" y="225397"/>
                  <a:pt x="1475483" y="253981"/>
                  <a:pt x="1478088" y="272846"/>
                </a:cubicBezTo>
                <a:cubicBezTo>
                  <a:pt x="1484729" y="320940"/>
                  <a:pt x="1487298" y="369857"/>
                  <a:pt x="1491902" y="418363"/>
                </a:cubicBezTo>
                <a:cubicBezTo>
                  <a:pt x="1514925" y="412300"/>
                  <a:pt x="1539597" y="412965"/>
                  <a:pt x="1560971" y="400173"/>
                </a:cubicBezTo>
                <a:cubicBezTo>
                  <a:pt x="1602292" y="375440"/>
                  <a:pt x="1654392" y="321679"/>
                  <a:pt x="1685297" y="272846"/>
                </a:cubicBezTo>
                <a:cubicBezTo>
                  <a:pt x="1742856" y="181895"/>
                  <a:pt x="1678388" y="248593"/>
                  <a:pt x="1754367" y="181897"/>
                </a:cubicBezTo>
                <a:cubicBezTo>
                  <a:pt x="1764063" y="143591"/>
                  <a:pt x="1768006" y="126352"/>
                  <a:pt x="1769313" y="120190"/>
                </a:cubicBezTo>
                <a:cubicBezTo>
                  <a:pt x="1767277" y="130653"/>
                  <a:pt x="1762961" y="163033"/>
                  <a:pt x="1795808" y="90948"/>
                </a:cubicBezTo>
                <a:cubicBezTo>
                  <a:pt x="1840289" y="-6672"/>
                  <a:pt x="1768526" y="72455"/>
                  <a:pt x="1851063" y="0"/>
                </a:cubicBezTo>
                <a:close/>
              </a:path>
            </a:pathLst>
          </a:custGeom>
          <a:solidFill>
            <a:schemeClr val="lt1">
              <a:alpha val="16862"/>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977" name="Google Shape;977;p4"/>
          <p:cNvSpPr txBox="1"/>
          <p:nvPr>
            <p:ph type="title"/>
          </p:nvPr>
        </p:nvSpPr>
        <p:spPr>
          <a:xfrm>
            <a:off x="609441" y="3887115"/>
            <a:ext cx="10969943" cy="711081"/>
          </a:xfrm>
          <a:prstGeom prst="rect">
            <a:avLst/>
          </a:prstGeom>
          <a:noFill/>
          <a:ln>
            <a:noFill/>
          </a:ln>
        </p:spPr>
        <p:txBody>
          <a:bodyPr anchorCtr="0" anchor="ctr" bIns="60925" lIns="121875" spcFirstLastPara="1" rIns="121875" wrap="square" tIns="60925">
            <a:noAutofit/>
          </a:bodyPr>
          <a:lstStyle/>
          <a:p>
            <a:pPr indent="0" lvl="0" marL="0" rtl="0" algn="ctr">
              <a:spcBef>
                <a:spcPts val="0"/>
              </a:spcBef>
              <a:spcAft>
                <a:spcPts val="0"/>
              </a:spcAft>
              <a:buClr>
                <a:schemeClr val="lt1"/>
              </a:buClr>
              <a:buSzPts val="3600"/>
              <a:buFont typeface="Calibri"/>
              <a:buNone/>
            </a:pPr>
            <a:r>
              <a:rPr lang="en-US">
                <a:solidFill>
                  <a:schemeClr val="lt1"/>
                </a:solidFill>
              </a:rPr>
              <a:t>Big Data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5"/>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Why all </a:t>
            </a:r>
            <a:r>
              <a:rPr b="1" lang="en-US">
                <a:solidFill>
                  <a:schemeClr val="dk2"/>
                </a:solidFill>
                <a:latin typeface="Calibri"/>
                <a:ea typeface="Calibri"/>
                <a:cs typeface="Calibri"/>
                <a:sym typeface="Calibri"/>
              </a:rPr>
              <a:t>these matter? </a:t>
            </a:r>
            <a:endParaRPr b="1">
              <a:solidFill>
                <a:schemeClr val="dk2"/>
              </a:solidFill>
              <a:latin typeface="Calibri"/>
              <a:ea typeface="Calibri"/>
              <a:cs typeface="Calibri"/>
              <a:sym typeface="Calibri"/>
            </a:endParaRPr>
          </a:p>
        </p:txBody>
      </p:sp>
      <p:sp>
        <p:nvSpPr>
          <p:cNvPr id="984" name="Google Shape;984;p5"/>
          <p:cNvSpPr txBox="1"/>
          <p:nvPr>
            <p:ph idx="1" type="body"/>
          </p:nvPr>
        </p:nvSpPr>
        <p:spPr>
          <a:xfrm>
            <a:off x="609441" y="1138425"/>
            <a:ext cx="10969943" cy="5414775"/>
          </a:xfrm>
          <a:prstGeom prst="rect">
            <a:avLst/>
          </a:prstGeom>
          <a:noFill/>
          <a:ln>
            <a:noFill/>
          </a:ln>
        </p:spPr>
        <p:txBody>
          <a:bodyPr anchorCtr="0" anchor="t" bIns="60925" lIns="121875" spcFirstLastPara="1" rIns="121875" wrap="square" tIns="60925">
            <a:normAutofit/>
          </a:bodyPr>
          <a:lstStyle/>
          <a:p>
            <a:pPr indent="-457120" lvl="0" marL="457120" rtl="0" algn="l">
              <a:lnSpc>
                <a:spcPct val="90000"/>
              </a:lnSpc>
              <a:spcBef>
                <a:spcPts val="0"/>
              </a:spcBef>
              <a:spcAft>
                <a:spcPts val="0"/>
              </a:spcAft>
              <a:buClr>
                <a:schemeClr val="dk1"/>
              </a:buClr>
              <a:buSzPts val="3330"/>
              <a:buChar char="•"/>
            </a:pPr>
            <a:r>
              <a:rPr lang="en-US" sz="3330">
                <a:latin typeface="Calibri"/>
                <a:ea typeface="Calibri"/>
                <a:cs typeface="Calibri"/>
                <a:sym typeface="Calibri"/>
              </a:rPr>
              <a:t>In the past:</a:t>
            </a:r>
            <a:endParaRPr sz="3330">
              <a:latin typeface="Calibri"/>
              <a:ea typeface="Calibri"/>
              <a:cs typeface="Calibri"/>
              <a:sym typeface="Calibri"/>
            </a:endParaRPr>
          </a:p>
          <a:p>
            <a:pPr indent="-380933" lvl="1" marL="990427" rtl="0" algn="l">
              <a:lnSpc>
                <a:spcPct val="90000"/>
              </a:lnSpc>
              <a:spcBef>
                <a:spcPts val="592"/>
              </a:spcBef>
              <a:spcAft>
                <a:spcPts val="0"/>
              </a:spcAft>
              <a:buClr>
                <a:schemeClr val="dk1"/>
              </a:buClr>
              <a:buSzPts val="2960"/>
              <a:buChar char="–"/>
            </a:pPr>
            <a:r>
              <a:rPr lang="en-US" sz="2960"/>
              <a:t>1918, Spanish flu: 0.5B people infected, 10M people killed</a:t>
            </a:r>
            <a:endParaRPr/>
          </a:p>
          <a:p>
            <a:pPr indent="-380933" lvl="1" marL="990427" rtl="0" algn="l">
              <a:lnSpc>
                <a:spcPct val="90000"/>
              </a:lnSpc>
              <a:spcBef>
                <a:spcPts val="592"/>
              </a:spcBef>
              <a:spcAft>
                <a:spcPts val="0"/>
              </a:spcAft>
              <a:buClr>
                <a:schemeClr val="dk1"/>
              </a:buClr>
              <a:buSzPts val="2960"/>
              <a:buChar char="–"/>
            </a:pPr>
            <a:r>
              <a:rPr lang="en-US" sz="2960"/>
              <a:t>No vaccine 🡪 slow its spread</a:t>
            </a:r>
            <a:endParaRPr/>
          </a:p>
          <a:p>
            <a:pPr indent="-457120" lvl="0" marL="457120" rtl="0" algn="l">
              <a:lnSpc>
                <a:spcPct val="90000"/>
              </a:lnSpc>
              <a:spcBef>
                <a:spcPts val="666"/>
              </a:spcBef>
              <a:spcAft>
                <a:spcPts val="0"/>
              </a:spcAft>
              <a:buClr>
                <a:schemeClr val="dk1"/>
              </a:buClr>
              <a:buSzPts val="3330"/>
              <a:buChar char="•"/>
            </a:pPr>
            <a:r>
              <a:rPr lang="en-US" sz="3330"/>
              <a:t>CDC (traditional way)</a:t>
            </a:r>
            <a:endParaRPr/>
          </a:p>
          <a:p>
            <a:pPr indent="-457120" lvl="0" marL="457120" rtl="0" algn="l">
              <a:lnSpc>
                <a:spcPct val="90000"/>
              </a:lnSpc>
              <a:spcBef>
                <a:spcPts val="666"/>
              </a:spcBef>
              <a:spcAft>
                <a:spcPts val="0"/>
              </a:spcAft>
              <a:buClr>
                <a:schemeClr val="dk1"/>
              </a:buClr>
              <a:buSzPts val="3330"/>
              <a:buChar char="•"/>
            </a:pPr>
            <a:r>
              <a:rPr lang="en-US" sz="3330"/>
              <a:t>2009, a new flu virus was discovered</a:t>
            </a:r>
            <a:endParaRPr sz="3330"/>
          </a:p>
          <a:p>
            <a:pPr indent="-457120" lvl="0" marL="457120" rtl="0" algn="l">
              <a:lnSpc>
                <a:spcPct val="90000"/>
              </a:lnSpc>
              <a:spcBef>
                <a:spcPts val="666"/>
              </a:spcBef>
              <a:spcAft>
                <a:spcPts val="0"/>
              </a:spcAft>
              <a:buClr>
                <a:schemeClr val="dk1"/>
              </a:buClr>
              <a:buSzPts val="3330"/>
              <a:buChar char="•"/>
            </a:pPr>
            <a:r>
              <a:rPr lang="en-US" sz="3330"/>
              <a:t>Google Flu Trends</a:t>
            </a:r>
            <a:endParaRPr/>
          </a:p>
          <a:p>
            <a:pPr indent="-380933" lvl="1" marL="990427" rtl="0" algn="l">
              <a:lnSpc>
                <a:spcPct val="90000"/>
              </a:lnSpc>
              <a:spcBef>
                <a:spcPts val="592"/>
              </a:spcBef>
              <a:spcAft>
                <a:spcPts val="0"/>
              </a:spcAft>
              <a:buClr>
                <a:schemeClr val="dk1"/>
              </a:buClr>
              <a:buSzPts val="2960"/>
              <a:buChar char="–"/>
            </a:pPr>
            <a:r>
              <a:rPr lang="en-US" sz="2960"/>
              <a:t>Detected outbreak 2 weeks ahead</a:t>
            </a:r>
            <a:endParaRPr/>
          </a:p>
          <a:p>
            <a:pPr indent="-380933" lvl="1" marL="990427" rtl="0" algn="l">
              <a:lnSpc>
                <a:spcPct val="90000"/>
              </a:lnSpc>
              <a:spcBef>
                <a:spcPts val="592"/>
              </a:spcBef>
              <a:spcAft>
                <a:spcPts val="0"/>
              </a:spcAft>
              <a:buClr>
                <a:schemeClr val="dk1"/>
              </a:buClr>
              <a:buSzPts val="2960"/>
              <a:buChar char="–"/>
            </a:pPr>
            <a:r>
              <a:rPr lang="en-US" sz="2960"/>
              <a:t>Initially 97% accurate </a:t>
            </a:r>
            <a:endParaRPr/>
          </a:p>
          <a:p>
            <a:pPr indent="-457120" lvl="0" marL="457120" rtl="0" algn="l">
              <a:lnSpc>
                <a:spcPct val="90000"/>
              </a:lnSpc>
              <a:spcBef>
                <a:spcPts val="666"/>
              </a:spcBef>
              <a:spcAft>
                <a:spcPts val="0"/>
              </a:spcAft>
              <a:buClr>
                <a:schemeClr val="dk1"/>
              </a:buClr>
              <a:buSzPts val="3330"/>
              <a:buChar char="•"/>
            </a:pPr>
            <a:r>
              <a:rPr lang="en-US" sz="3330"/>
              <a:t>Nowcasting -&gt; forecasting</a:t>
            </a:r>
            <a:endParaRPr/>
          </a:p>
          <a:p>
            <a:pPr indent="-457120" lvl="0" marL="457120" rtl="0" algn="l">
              <a:lnSpc>
                <a:spcPct val="90000"/>
              </a:lnSpc>
              <a:spcBef>
                <a:spcPts val="666"/>
              </a:spcBef>
              <a:spcAft>
                <a:spcPts val="0"/>
              </a:spcAft>
              <a:buClr>
                <a:schemeClr val="dk1"/>
              </a:buClr>
              <a:buSzPts val="3330"/>
              <a:buChar char="•"/>
            </a:pPr>
            <a:r>
              <a:rPr lang="en-US" sz="3330">
                <a:latin typeface="Calibri"/>
                <a:ea typeface="Calibri"/>
                <a:cs typeface="Calibri"/>
                <a:sym typeface="Calibri"/>
              </a:rPr>
              <a:t>Humm, think about Covid19 today ...</a:t>
            </a:r>
            <a:endParaRPr sz="333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6"/>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Where does Big Data come from?</a:t>
            </a:r>
            <a:endParaRPr/>
          </a:p>
        </p:txBody>
      </p:sp>
      <p:sp>
        <p:nvSpPr>
          <p:cNvPr id="991" name="Google Shape;991;p6"/>
          <p:cNvSpPr txBox="1"/>
          <p:nvPr>
            <p:ph idx="1" type="body"/>
          </p:nvPr>
        </p:nvSpPr>
        <p:spPr>
          <a:xfrm>
            <a:off x="609441" y="1138425"/>
            <a:ext cx="10969943" cy="5338575"/>
          </a:xfrm>
          <a:prstGeom prst="rect">
            <a:avLst/>
          </a:prstGeom>
          <a:noFill/>
          <a:ln>
            <a:noFill/>
          </a:ln>
        </p:spPr>
        <p:txBody>
          <a:bodyPr anchorCtr="0" anchor="t" bIns="60925" lIns="121875" spcFirstLastPara="1" rIns="121875" wrap="square" tIns="60925">
            <a:normAutofit/>
          </a:bodyPr>
          <a:lstStyle/>
          <a:p>
            <a:pPr indent="-457120" lvl="0" marL="457120" rtl="0" algn="l">
              <a:lnSpc>
                <a:spcPct val="80000"/>
              </a:lnSpc>
              <a:spcBef>
                <a:spcPts val="0"/>
              </a:spcBef>
              <a:spcAft>
                <a:spcPts val="0"/>
              </a:spcAft>
              <a:buClr>
                <a:schemeClr val="dk1"/>
              </a:buClr>
              <a:buSzPts val="3060"/>
              <a:buChar char="•"/>
            </a:pPr>
            <a:r>
              <a:rPr lang="en-US" sz="3060"/>
              <a:t>Online activity</a:t>
            </a:r>
            <a:endParaRPr/>
          </a:p>
          <a:p>
            <a:pPr indent="-380933" lvl="1" marL="990427" rtl="0" algn="l">
              <a:lnSpc>
                <a:spcPct val="80000"/>
              </a:lnSpc>
              <a:spcBef>
                <a:spcPts val="544"/>
              </a:spcBef>
              <a:spcAft>
                <a:spcPts val="0"/>
              </a:spcAft>
              <a:buClr>
                <a:schemeClr val="dk1"/>
              </a:buClr>
              <a:buSzPts val="2720"/>
              <a:buChar char="–"/>
            </a:pPr>
            <a:r>
              <a:rPr lang="en-US" sz="2720"/>
              <a:t>Click, Server request, Transaction, Network message, …</a:t>
            </a:r>
            <a:endParaRPr/>
          </a:p>
          <a:p>
            <a:pPr indent="-457120" lvl="0" marL="457120" rtl="0" algn="l">
              <a:lnSpc>
                <a:spcPct val="80000"/>
              </a:lnSpc>
              <a:spcBef>
                <a:spcPts val="612"/>
              </a:spcBef>
              <a:spcAft>
                <a:spcPts val="0"/>
              </a:spcAft>
              <a:buClr>
                <a:schemeClr val="dk1"/>
              </a:buClr>
              <a:buSzPts val="3060"/>
              <a:buChar char="•"/>
            </a:pPr>
            <a:r>
              <a:rPr lang="en-US" sz="3060"/>
              <a:t>User generated content (web and mobile)</a:t>
            </a:r>
            <a:endParaRPr/>
          </a:p>
          <a:p>
            <a:pPr indent="-380933" lvl="1" marL="990427" rtl="0" algn="l">
              <a:lnSpc>
                <a:spcPct val="80000"/>
              </a:lnSpc>
              <a:spcBef>
                <a:spcPts val="544"/>
              </a:spcBef>
              <a:spcAft>
                <a:spcPts val="0"/>
              </a:spcAft>
              <a:buClr>
                <a:schemeClr val="dk1"/>
              </a:buClr>
              <a:buSzPts val="2720"/>
              <a:buChar char="–"/>
            </a:pPr>
            <a:r>
              <a:rPr lang="en-US" sz="2720"/>
              <a:t>Facebook, Instagram, Twitter, YouTube, …</a:t>
            </a:r>
            <a:endParaRPr/>
          </a:p>
          <a:p>
            <a:pPr indent="-457120" lvl="0" marL="457120" rtl="0" algn="l">
              <a:lnSpc>
                <a:spcPct val="80000"/>
              </a:lnSpc>
              <a:spcBef>
                <a:spcPts val="612"/>
              </a:spcBef>
              <a:spcAft>
                <a:spcPts val="0"/>
              </a:spcAft>
              <a:buClr>
                <a:schemeClr val="dk1"/>
              </a:buClr>
              <a:buSzPts val="3060"/>
              <a:buChar char="•"/>
            </a:pPr>
            <a:r>
              <a:rPr lang="en-US" sz="3060"/>
              <a:t>Health and scientific computing: </a:t>
            </a:r>
            <a:endParaRPr/>
          </a:p>
          <a:p>
            <a:pPr indent="-380933" lvl="1" marL="990427" rtl="0" algn="l">
              <a:lnSpc>
                <a:spcPct val="80000"/>
              </a:lnSpc>
              <a:spcBef>
                <a:spcPts val="544"/>
              </a:spcBef>
              <a:spcAft>
                <a:spcPts val="0"/>
              </a:spcAft>
              <a:buClr>
                <a:schemeClr val="dk1"/>
              </a:buClr>
              <a:buSzPts val="2720"/>
              <a:buChar char="–"/>
            </a:pPr>
            <a:r>
              <a:rPr lang="en-US" sz="2720">
                <a:latin typeface="Calibri"/>
                <a:ea typeface="Calibri"/>
                <a:cs typeface="Calibri"/>
                <a:sym typeface="Calibri"/>
              </a:rPr>
              <a:t>EMR, </a:t>
            </a:r>
            <a:r>
              <a:rPr lang="en-US" sz="2720"/>
              <a:t>Genomics, medical images.</a:t>
            </a:r>
            <a:endParaRPr sz="2720">
              <a:latin typeface="Calibri"/>
              <a:ea typeface="Calibri"/>
              <a:cs typeface="Calibri"/>
              <a:sym typeface="Calibri"/>
            </a:endParaRPr>
          </a:p>
          <a:p>
            <a:pPr indent="-457120" lvl="0" marL="457120" rtl="0" algn="l">
              <a:lnSpc>
                <a:spcPct val="80000"/>
              </a:lnSpc>
              <a:spcBef>
                <a:spcPts val="612"/>
              </a:spcBef>
              <a:spcAft>
                <a:spcPts val="0"/>
              </a:spcAft>
              <a:buClr>
                <a:schemeClr val="dk1"/>
              </a:buClr>
              <a:buSzPts val="3060"/>
              <a:buChar char="•"/>
            </a:pPr>
            <a:r>
              <a:rPr lang="en-US" sz="3060"/>
              <a:t>Graph data</a:t>
            </a:r>
            <a:endParaRPr/>
          </a:p>
          <a:p>
            <a:pPr indent="-380933" lvl="1" marL="990427" rtl="0" algn="l">
              <a:lnSpc>
                <a:spcPct val="80000"/>
              </a:lnSpc>
              <a:spcBef>
                <a:spcPts val="544"/>
              </a:spcBef>
              <a:spcAft>
                <a:spcPts val="0"/>
              </a:spcAft>
              <a:buClr>
                <a:schemeClr val="dk1"/>
              </a:buClr>
              <a:buSzPts val="2720"/>
              <a:buChar char="–"/>
            </a:pPr>
            <a:r>
              <a:rPr lang="en-US" sz="2720"/>
              <a:t>Social networks, computer networks, road networks</a:t>
            </a:r>
            <a:endParaRPr/>
          </a:p>
          <a:p>
            <a:pPr indent="-457120" lvl="0" marL="457120" rtl="0" algn="l">
              <a:lnSpc>
                <a:spcPct val="80000"/>
              </a:lnSpc>
              <a:spcBef>
                <a:spcPts val="612"/>
              </a:spcBef>
              <a:spcAft>
                <a:spcPts val="0"/>
              </a:spcAft>
              <a:buClr>
                <a:schemeClr val="dk1"/>
              </a:buClr>
              <a:buSzPts val="3060"/>
              <a:buChar char="•"/>
            </a:pPr>
            <a:r>
              <a:rPr lang="en-US" sz="3060"/>
              <a:t>Web server and machine system log files, </a:t>
            </a:r>
            <a:r>
              <a:rPr lang="en-US" sz="3060">
                <a:latin typeface="Calibri"/>
                <a:ea typeface="Calibri"/>
                <a:cs typeface="Calibri"/>
                <a:sym typeface="Calibri"/>
              </a:rPr>
              <a:t>source codes.</a:t>
            </a:r>
            <a:endParaRPr sz="3060">
              <a:latin typeface="Calibri"/>
              <a:ea typeface="Calibri"/>
              <a:cs typeface="Calibri"/>
              <a:sym typeface="Calibri"/>
            </a:endParaRPr>
          </a:p>
          <a:p>
            <a:pPr indent="-457120" lvl="0" marL="457120" rtl="0" algn="l">
              <a:lnSpc>
                <a:spcPct val="80000"/>
              </a:lnSpc>
              <a:spcBef>
                <a:spcPts val="612"/>
              </a:spcBef>
              <a:spcAft>
                <a:spcPts val="0"/>
              </a:spcAft>
              <a:buClr>
                <a:schemeClr val="dk1"/>
              </a:buClr>
              <a:buSzPts val="3060"/>
              <a:buChar char="•"/>
            </a:pPr>
            <a:r>
              <a:rPr lang="en-US" sz="3060"/>
              <a:t>IOT: </a:t>
            </a:r>
            <a:r>
              <a:rPr lang="en-US" sz="3060">
                <a:latin typeface="Calibri"/>
                <a:ea typeface="Calibri"/>
                <a:cs typeface="Calibri"/>
                <a:sym typeface="Calibri"/>
              </a:rPr>
              <a:t>GPS, sensors, ...</a:t>
            </a:r>
            <a:endParaRPr/>
          </a:p>
          <a:p>
            <a:pPr indent="-457120" lvl="0" marL="457120" rtl="0" algn="l">
              <a:lnSpc>
                <a:spcPct val="80000"/>
              </a:lnSpc>
              <a:spcBef>
                <a:spcPts val="612"/>
              </a:spcBef>
              <a:spcAft>
                <a:spcPts val="0"/>
              </a:spcAft>
              <a:buClr>
                <a:schemeClr val="dk1"/>
              </a:buClr>
              <a:buSzPts val="3060"/>
              <a:buChar char="•"/>
            </a:pPr>
            <a:r>
              <a:rPr lang="en-US" sz="3060">
                <a:latin typeface="Calibri"/>
                <a:ea typeface="Calibri"/>
                <a:cs typeface="Calibri"/>
                <a:sym typeface="Calibri"/>
              </a:rPr>
              <a:t>Financial data.</a:t>
            </a:r>
            <a:endParaRPr sz="306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7"/>
          <p:cNvSpPr txBox="1"/>
          <p:nvPr>
            <p:ph type="title"/>
          </p:nvPr>
        </p:nvSpPr>
        <p:spPr>
          <a:xfrm>
            <a:off x="608012" y="152400"/>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latin typeface="Calibri"/>
                <a:ea typeface="Calibri"/>
                <a:cs typeface="Calibri"/>
                <a:sym typeface="Calibri"/>
              </a:rPr>
              <a:t>Is it extremely complex?</a:t>
            </a:r>
            <a:endParaRPr b="1">
              <a:solidFill>
                <a:schemeClr val="dk2"/>
              </a:solidFill>
              <a:latin typeface="Calibri"/>
              <a:ea typeface="Calibri"/>
              <a:cs typeface="Calibri"/>
              <a:sym typeface="Calibri"/>
            </a:endParaRPr>
          </a:p>
        </p:txBody>
      </p:sp>
      <p:pic>
        <p:nvPicPr>
          <p:cNvPr id="998" name="Google Shape;998;p7"/>
          <p:cNvPicPr preferRelativeResize="0"/>
          <p:nvPr>
            <p:ph idx="1" type="body"/>
          </p:nvPr>
        </p:nvPicPr>
        <p:blipFill rotWithShape="1">
          <a:blip r:embed="rId3">
            <a:alphaModFix/>
          </a:blip>
          <a:srcRect b="0" l="0" r="0" t="0"/>
          <a:stretch/>
        </p:blipFill>
        <p:spPr>
          <a:xfrm>
            <a:off x="2665412" y="985720"/>
            <a:ext cx="6324600" cy="560680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pic>
        <p:nvPicPr>
          <p:cNvPr descr="ig Data, Better Marketing | Sweetly Social" id="1004" name="Google Shape;1004;p8"/>
          <p:cNvPicPr preferRelativeResize="0"/>
          <p:nvPr/>
        </p:nvPicPr>
        <p:blipFill rotWithShape="1">
          <a:blip r:embed="rId3">
            <a:alphaModFix/>
          </a:blip>
          <a:srcRect b="0" l="0" r="0" t="0"/>
          <a:stretch/>
        </p:blipFill>
        <p:spPr>
          <a:xfrm>
            <a:off x="3503612" y="187594"/>
            <a:ext cx="8534400" cy="6406614"/>
          </a:xfrm>
          <a:prstGeom prst="rect">
            <a:avLst/>
          </a:prstGeom>
          <a:noFill/>
          <a:ln>
            <a:noFill/>
          </a:ln>
        </p:spPr>
      </p:pic>
      <p:sp>
        <p:nvSpPr>
          <p:cNvPr id="1005" name="Google Shape;1005;p8"/>
          <p:cNvSpPr txBox="1"/>
          <p:nvPr>
            <p:ph idx="1" type="body"/>
          </p:nvPr>
        </p:nvSpPr>
        <p:spPr>
          <a:xfrm>
            <a:off x="0" y="381001"/>
            <a:ext cx="3503612" cy="6019800"/>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latin typeface="Calibri"/>
                <a:ea typeface="Calibri"/>
                <a:cs typeface="Calibri"/>
                <a:sym typeface="Calibri"/>
              </a:rPr>
              <a:t>4 Vs of big data is outupdated</a:t>
            </a:r>
            <a:endParaRPr/>
          </a:p>
          <a:p>
            <a:pPr indent="-457120" lvl="0" marL="457120" rtl="0" algn="l">
              <a:spcBef>
                <a:spcPts val="720"/>
              </a:spcBef>
              <a:spcAft>
                <a:spcPts val="0"/>
              </a:spcAft>
              <a:buClr>
                <a:schemeClr val="dk1"/>
              </a:buClr>
              <a:buSzPts val="3600"/>
              <a:buChar char="•"/>
            </a:pPr>
            <a:r>
              <a:rPr lang="en-US">
                <a:latin typeface="Calibri"/>
                <a:ea typeface="Calibri"/>
                <a:cs typeface="Calibri"/>
                <a:sym typeface="Calibri"/>
              </a:rPr>
              <a:t>The other missing V comes from practical viewpoint</a:t>
            </a:r>
            <a:endParaRPr>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9"/>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Types of data</a:t>
            </a:r>
            <a:endParaRPr/>
          </a:p>
        </p:txBody>
      </p:sp>
      <p:grpSp>
        <p:nvGrpSpPr>
          <p:cNvPr id="1012" name="Google Shape;1012;p9"/>
          <p:cNvGrpSpPr/>
          <p:nvPr/>
        </p:nvGrpSpPr>
        <p:grpSpPr>
          <a:xfrm>
            <a:off x="612869" y="1618077"/>
            <a:ext cx="10963086" cy="4028434"/>
            <a:chOff x="3428" y="479652"/>
            <a:chExt cx="10963086" cy="4028434"/>
          </a:xfrm>
        </p:grpSpPr>
        <p:sp>
          <p:nvSpPr>
            <p:cNvPr id="1013" name="Google Shape;1013;p9"/>
            <p:cNvSpPr/>
            <p:nvPr/>
          </p:nvSpPr>
          <p:spPr>
            <a:xfrm>
              <a:off x="3428" y="479652"/>
              <a:ext cx="3342404" cy="1336961"/>
            </a:xfrm>
            <a:prstGeom prst="rect">
              <a:avLst/>
            </a:prstGeom>
            <a:solidFill>
              <a:srgbClr val="006FC0"/>
            </a:solidFill>
            <a:ln cap="flat" cmpd="sng" w="25400">
              <a:solidFill>
                <a:srgbClr val="006F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9"/>
            <p:cNvSpPr txBox="1"/>
            <p:nvPr/>
          </p:nvSpPr>
          <p:spPr>
            <a:xfrm>
              <a:off x="3428" y="479652"/>
              <a:ext cx="3342404" cy="1336961"/>
            </a:xfrm>
            <a:prstGeom prst="rect">
              <a:avLst/>
            </a:prstGeom>
            <a:noFill/>
            <a:ln>
              <a:noFill/>
            </a:ln>
          </p:spPr>
          <p:txBody>
            <a:bodyPr anchorCtr="0" anchor="ctr" bIns="150350" lIns="263125" spcFirstLastPara="1" rIns="263125" wrap="square" tIns="150350">
              <a:noAutofit/>
            </a:bodyPr>
            <a:lstStyle/>
            <a:p>
              <a:pPr indent="0" lvl="0" marL="0" marR="0" rtl="0" algn="ctr">
                <a:lnSpc>
                  <a:spcPct val="90000"/>
                </a:lnSpc>
                <a:spcBef>
                  <a:spcPts val="0"/>
                </a:spcBef>
                <a:spcAft>
                  <a:spcPts val="0"/>
                </a:spcAft>
                <a:buNone/>
              </a:pPr>
              <a:r>
                <a:rPr lang="en-US" sz="3700">
                  <a:solidFill>
                    <a:schemeClr val="lt1"/>
                  </a:solidFill>
                  <a:latin typeface="Calibri"/>
                  <a:ea typeface="Calibri"/>
                  <a:cs typeface="Calibri"/>
                  <a:sym typeface="Calibri"/>
                </a:rPr>
                <a:t>Structured</a:t>
              </a:r>
              <a:endParaRPr/>
            </a:p>
          </p:txBody>
        </p:sp>
        <p:sp>
          <p:nvSpPr>
            <p:cNvPr id="1015" name="Google Shape;1015;p9"/>
            <p:cNvSpPr/>
            <p:nvPr/>
          </p:nvSpPr>
          <p:spPr>
            <a:xfrm>
              <a:off x="3428" y="1816614"/>
              <a:ext cx="3342404" cy="2691472"/>
            </a:xfrm>
            <a:prstGeom prst="rect">
              <a:avLst/>
            </a:prstGeom>
            <a:solidFill>
              <a:srgbClr val="CAD4E8">
                <a:alpha val="89803"/>
              </a:srgbClr>
            </a:solidFill>
            <a:ln cap="flat" cmpd="sng" w="25400">
              <a:solidFill>
                <a:srgbClr val="CAD4E8">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9"/>
            <p:cNvSpPr txBox="1"/>
            <p:nvPr/>
          </p:nvSpPr>
          <p:spPr>
            <a:xfrm>
              <a:off x="3428" y="1816614"/>
              <a:ext cx="3342404" cy="2691472"/>
            </a:xfrm>
            <a:prstGeom prst="rect">
              <a:avLst/>
            </a:prstGeom>
            <a:noFill/>
            <a:ln>
              <a:noFill/>
            </a:ln>
          </p:spPr>
          <p:txBody>
            <a:bodyPr anchorCtr="0" anchor="t" bIns="296025" lIns="197350" spcFirstLastPara="1" rIns="263125" wrap="square" tIns="197350">
              <a:noAutofit/>
            </a:bodyPr>
            <a:lstStyle/>
            <a:p>
              <a:pPr indent="-285750" lvl="1" marL="285750" marR="0" rtl="0" algn="l">
                <a:lnSpc>
                  <a:spcPct val="90000"/>
                </a:lnSpc>
                <a:spcBef>
                  <a:spcPts val="0"/>
                </a:spcBef>
                <a:spcAft>
                  <a:spcPts val="0"/>
                </a:spcAft>
                <a:buClr>
                  <a:schemeClr val="dk1"/>
                </a:buClr>
                <a:buSzPts val="3700"/>
                <a:buFont typeface="Calibri"/>
                <a:buChar char="•"/>
              </a:pPr>
              <a:r>
                <a:rPr b="0" i="0" lang="en-US" sz="3700" u="none" cap="none" strike="noStrike">
                  <a:solidFill>
                    <a:schemeClr val="dk1"/>
                  </a:solidFill>
                  <a:latin typeface="Calibri"/>
                  <a:ea typeface="Calibri"/>
                  <a:cs typeface="Calibri"/>
                  <a:sym typeface="Calibri"/>
                </a:rPr>
                <a:t>relational database</a:t>
              </a:r>
              <a:endParaRPr/>
            </a:p>
            <a:p>
              <a:pPr indent="-285750" lvl="1" marL="285750" marR="0" rtl="0" algn="l">
                <a:lnSpc>
                  <a:spcPct val="90000"/>
                </a:lnSpc>
                <a:spcBef>
                  <a:spcPts val="555"/>
                </a:spcBef>
                <a:spcAft>
                  <a:spcPts val="0"/>
                </a:spcAft>
                <a:buClr>
                  <a:schemeClr val="dk1"/>
                </a:buClr>
                <a:buSzPts val="3700"/>
                <a:buFont typeface="Calibri"/>
                <a:buChar char="•"/>
              </a:pPr>
              <a:r>
                <a:rPr b="0" i="0" lang="en-US" sz="3700" u="none" cap="none" strike="noStrike">
                  <a:solidFill>
                    <a:schemeClr val="dk1"/>
                  </a:solidFill>
                  <a:latin typeface="Calibri"/>
                  <a:ea typeface="Calibri"/>
                  <a:cs typeface="Calibri"/>
                  <a:sym typeface="Calibri"/>
                </a:rPr>
                <a:t> formatted messages</a:t>
              </a:r>
              <a:endParaRPr/>
            </a:p>
          </p:txBody>
        </p:sp>
        <p:sp>
          <p:nvSpPr>
            <p:cNvPr id="1017" name="Google Shape;1017;p9"/>
            <p:cNvSpPr/>
            <p:nvPr/>
          </p:nvSpPr>
          <p:spPr>
            <a:xfrm>
              <a:off x="3813769" y="479652"/>
              <a:ext cx="3342404" cy="1336961"/>
            </a:xfrm>
            <a:prstGeom prst="rect">
              <a:avLst/>
            </a:prstGeom>
            <a:solidFill>
              <a:srgbClr val="006FC0"/>
            </a:solidFill>
            <a:ln cap="flat" cmpd="sng" w="25400">
              <a:solidFill>
                <a:srgbClr val="006F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9"/>
            <p:cNvSpPr txBox="1"/>
            <p:nvPr/>
          </p:nvSpPr>
          <p:spPr>
            <a:xfrm>
              <a:off x="3813769" y="479652"/>
              <a:ext cx="3342404" cy="1336961"/>
            </a:xfrm>
            <a:prstGeom prst="rect">
              <a:avLst/>
            </a:prstGeom>
            <a:noFill/>
            <a:ln>
              <a:noFill/>
            </a:ln>
          </p:spPr>
          <p:txBody>
            <a:bodyPr anchorCtr="0" anchor="ctr" bIns="150350" lIns="263125" spcFirstLastPara="1" rIns="263125" wrap="square" tIns="150350">
              <a:noAutofit/>
            </a:bodyPr>
            <a:lstStyle/>
            <a:p>
              <a:pPr indent="0" lvl="0" marL="0" marR="0" rtl="0" algn="ctr">
                <a:lnSpc>
                  <a:spcPct val="90000"/>
                </a:lnSpc>
                <a:spcBef>
                  <a:spcPts val="0"/>
                </a:spcBef>
                <a:spcAft>
                  <a:spcPts val="0"/>
                </a:spcAft>
                <a:buNone/>
              </a:pPr>
              <a:r>
                <a:rPr lang="en-US" sz="3700">
                  <a:solidFill>
                    <a:schemeClr val="lt1"/>
                  </a:solidFill>
                  <a:latin typeface="Calibri"/>
                  <a:ea typeface="Calibri"/>
                  <a:cs typeface="Calibri"/>
                  <a:sym typeface="Calibri"/>
                </a:rPr>
                <a:t>Semi-structured</a:t>
              </a:r>
              <a:endParaRPr/>
            </a:p>
          </p:txBody>
        </p:sp>
        <p:sp>
          <p:nvSpPr>
            <p:cNvPr id="1019" name="Google Shape;1019;p9"/>
            <p:cNvSpPr/>
            <p:nvPr/>
          </p:nvSpPr>
          <p:spPr>
            <a:xfrm>
              <a:off x="3813769" y="1816614"/>
              <a:ext cx="3342404" cy="2691472"/>
            </a:xfrm>
            <a:prstGeom prst="rect">
              <a:avLst/>
            </a:prstGeom>
            <a:solidFill>
              <a:srgbClr val="CAD4E8">
                <a:alpha val="89803"/>
              </a:srgbClr>
            </a:solidFill>
            <a:ln cap="flat" cmpd="sng" w="25400">
              <a:solidFill>
                <a:srgbClr val="CAD4E8">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9"/>
            <p:cNvSpPr txBox="1"/>
            <p:nvPr/>
          </p:nvSpPr>
          <p:spPr>
            <a:xfrm>
              <a:off x="3813769" y="1816614"/>
              <a:ext cx="3342404" cy="2691472"/>
            </a:xfrm>
            <a:prstGeom prst="rect">
              <a:avLst/>
            </a:prstGeom>
            <a:noFill/>
            <a:ln>
              <a:noFill/>
            </a:ln>
          </p:spPr>
          <p:txBody>
            <a:bodyPr anchorCtr="0" anchor="t" bIns="296025" lIns="197350" spcFirstLastPara="1" rIns="263125" wrap="square" tIns="197350">
              <a:noAutofit/>
            </a:bodyPr>
            <a:lstStyle/>
            <a:p>
              <a:pPr indent="-285750" lvl="1" marL="285750" marR="0" rtl="0" algn="l">
                <a:lnSpc>
                  <a:spcPct val="90000"/>
                </a:lnSpc>
                <a:spcBef>
                  <a:spcPts val="0"/>
                </a:spcBef>
                <a:spcAft>
                  <a:spcPts val="0"/>
                </a:spcAft>
                <a:buClr>
                  <a:schemeClr val="dk1"/>
                </a:buClr>
                <a:buSzPts val="3700"/>
                <a:buFont typeface="Calibri"/>
                <a:buChar char="•"/>
              </a:pPr>
              <a:r>
                <a:rPr b="0" i="0" lang="en-US" sz="3700" u="none" cap="none" strike="noStrike">
                  <a:solidFill>
                    <a:schemeClr val="dk1"/>
                  </a:solidFill>
                  <a:latin typeface="Calibri"/>
                  <a:ea typeface="Calibri"/>
                  <a:cs typeface="Calibri"/>
                  <a:sym typeface="Calibri"/>
                </a:rPr>
                <a:t>XML documents</a:t>
              </a:r>
              <a:endParaRPr/>
            </a:p>
            <a:p>
              <a:pPr indent="-285750" lvl="1" marL="285750" marR="0" rtl="0" algn="l">
                <a:lnSpc>
                  <a:spcPct val="90000"/>
                </a:lnSpc>
                <a:spcBef>
                  <a:spcPts val="555"/>
                </a:spcBef>
                <a:spcAft>
                  <a:spcPts val="0"/>
                </a:spcAft>
                <a:buClr>
                  <a:schemeClr val="dk1"/>
                </a:buClr>
                <a:buSzPts val="3700"/>
                <a:buFont typeface="Calibri"/>
                <a:buChar char="•"/>
              </a:pPr>
              <a:r>
                <a:rPr b="0" i="0" lang="en-US" sz="3700" u="none" cap="none" strike="noStrike">
                  <a:solidFill>
                    <a:schemeClr val="dk1"/>
                  </a:solidFill>
                  <a:latin typeface="Calibri"/>
                  <a:ea typeface="Calibri"/>
                  <a:cs typeface="Calibri"/>
                  <a:sym typeface="Calibri"/>
                </a:rPr>
                <a:t> tagged texts</a:t>
              </a:r>
              <a:endParaRPr/>
            </a:p>
          </p:txBody>
        </p:sp>
        <p:sp>
          <p:nvSpPr>
            <p:cNvPr id="1021" name="Google Shape;1021;p9"/>
            <p:cNvSpPr/>
            <p:nvPr/>
          </p:nvSpPr>
          <p:spPr>
            <a:xfrm>
              <a:off x="7624110" y="479652"/>
              <a:ext cx="3342404" cy="1336961"/>
            </a:xfrm>
            <a:prstGeom prst="rect">
              <a:avLst/>
            </a:prstGeom>
            <a:solidFill>
              <a:srgbClr val="006FC0"/>
            </a:solidFill>
            <a:ln cap="flat" cmpd="sng" w="25400">
              <a:solidFill>
                <a:srgbClr val="006F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9"/>
            <p:cNvSpPr txBox="1"/>
            <p:nvPr/>
          </p:nvSpPr>
          <p:spPr>
            <a:xfrm>
              <a:off x="7624110" y="479652"/>
              <a:ext cx="3342404" cy="1336961"/>
            </a:xfrm>
            <a:prstGeom prst="rect">
              <a:avLst/>
            </a:prstGeom>
            <a:noFill/>
            <a:ln>
              <a:noFill/>
            </a:ln>
          </p:spPr>
          <p:txBody>
            <a:bodyPr anchorCtr="0" anchor="ctr" bIns="150350" lIns="263125" spcFirstLastPara="1" rIns="263125" wrap="square" tIns="150350">
              <a:noAutofit/>
            </a:bodyPr>
            <a:lstStyle/>
            <a:p>
              <a:pPr indent="0" lvl="0" marL="0" marR="0" rtl="0" algn="ctr">
                <a:lnSpc>
                  <a:spcPct val="90000"/>
                </a:lnSpc>
                <a:spcBef>
                  <a:spcPts val="0"/>
                </a:spcBef>
                <a:spcAft>
                  <a:spcPts val="0"/>
                </a:spcAft>
                <a:buNone/>
              </a:pPr>
              <a:r>
                <a:rPr lang="en-US" sz="3700">
                  <a:solidFill>
                    <a:schemeClr val="lt1"/>
                  </a:solidFill>
                  <a:latin typeface="Calibri"/>
                  <a:ea typeface="Calibri"/>
                  <a:cs typeface="Calibri"/>
                  <a:sym typeface="Calibri"/>
                </a:rPr>
                <a:t>Unstructured</a:t>
              </a:r>
              <a:endParaRPr/>
            </a:p>
          </p:txBody>
        </p:sp>
        <p:sp>
          <p:nvSpPr>
            <p:cNvPr id="1023" name="Google Shape;1023;p9"/>
            <p:cNvSpPr/>
            <p:nvPr/>
          </p:nvSpPr>
          <p:spPr>
            <a:xfrm>
              <a:off x="7624110" y="1816614"/>
              <a:ext cx="3342404" cy="2691472"/>
            </a:xfrm>
            <a:prstGeom prst="rect">
              <a:avLst/>
            </a:prstGeom>
            <a:solidFill>
              <a:srgbClr val="CAD4E8">
                <a:alpha val="89803"/>
              </a:srgbClr>
            </a:solidFill>
            <a:ln cap="flat" cmpd="sng" w="25400">
              <a:solidFill>
                <a:srgbClr val="CAD4E8">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9"/>
            <p:cNvSpPr txBox="1"/>
            <p:nvPr/>
          </p:nvSpPr>
          <p:spPr>
            <a:xfrm>
              <a:off x="7624110" y="1816614"/>
              <a:ext cx="3342404" cy="2691472"/>
            </a:xfrm>
            <a:prstGeom prst="rect">
              <a:avLst/>
            </a:prstGeom>
            <a:noFill/>
            <a:ln>
              <a:noFill/>
            </a:ln>
          </p:spPr>
          <p:txBody>
            <a:bodyPr anchorCtr="0" anchor="t" bIns="296025" lIns="197350" spcFirstLastPara="1" rIns="263125" wrap="square" tIns="197350">
              <a:noAutofit/>
            </a:bodyPr>
            <a:lstStyle/>
            <a:p>
              <a:pPr indent="-285750" lvl="1" marL="285750" marR="0" rtl="0" algn="l">
                <a:lnSpc>
                  <a:spcPct val="90000"/>
                </a:lnSpc>
                <a:spcBef>
                  <a:spcPts val="0"/>
                </a:spcBef>
                <a:spcAft>
                  <a:spcPts val="0"/>
                </a:spcAft>
                <a:buClr>
                  <a:schemeClr val="dk1"/>
                </a:buClr>
                <a:buSzPts val="3700"/>
                <a:buFont typeface="Calibri"/>
                <a:buChar char="•"/>
              </a:pPr>
              <a:r>
                <a:rPr b="0" i="0" lang="en-US" sz="3700" u="none" cap="none" strike="noStrike">
                  <a:solidFill>
                    <a:schemeClr val="dk1"/>
                  </a:solidFill>
                  <a:latin typeface="Calibri"/>
                  <a:ea typeface="Calibri"/>
                  <a:cs typeface="Calibri"/>
                  <a:sym typeface="Calibri"/>
                </a:rPr>
                <a:t> plain text</a:t>
              </a:r>
              <a:endParaRPr/>
            </a:p>
            <a:p>
              <a:pPr indent="-285750" lvl="1" marL="285750" marR="0" rtl="0" algn="l">
                <a:lnSpc>
                  <a:spcPct val="90000"/>
                </a:lnSpc>
                <a:spcBef>
                  <a:spcPts val="555"/>
                </a:spcBef>
                <a:spcAft>
                  <a:spcPts val="0"/>
                </a:spcAft>
                <a:buClr>
                  <a:schemeClr val="dk1"/>
                </a:buClr>
                <a:buSzPts val="3700"/>
                <a:buFont typeface="Calibri"/>
                <a:buChar char="•"/>
              </a:pPr>
              <a:r>
                <a:rPr b="0" i="0" lang="en-US" sz="3700" u="none" cap="none" strike="noStrike">
                  <a:solidFill>
                    <a:schemeClr val="dk1"/>
                  </a:solidFill>
                  <a:latin typeface="Calibri"/>
                  <a:ea typeface="Calibri"/>
                  <a:cs typeface="Calibri"/>
                  <a:sym typeface="Calibri"/>
                </a:rPr>
                <a:t> media   </a:t>
              </a:r>
              <a:endParaRPr/>
            </a:p>
          </p:txBody>
        </p:sp>
      </p:grpSp>
      <p:sp>
        <p:nvSpPr>
          <p:cNvPr id="1025" name="Google Shape;1025;p9"/>
          <p:cNvSpPr/>
          <p:nvPr/>
        </p:nvSpPr>
        <p:spPr>
          <a:xfrm>
            <a:off x="5942012" y="2971800"/>
            <a:ext cx="3416808" cy="1627632"/>
          </a:xfrm>
          <a:prstGeom prst="lef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ETL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10"/>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Big Data problem</a:t>
            </a:r>
            <a:endParaRPr/>
          </a:p>
        </p:txBody>
      </p:sp>
      <p:sp>
        <p:nvSpPr>
          <p:cNvPr id="1032" name="Google Shape;1032;p10"/>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lnSpc>
                <a:spcPct val="90000"/>
              </a:lnSpc>
              <a:spcBef>
                <a:spcPts val="0"/>
              </a:spcBef>
              <a:spcAft>
                <a:spcPts val="0"/>
              </a:spcAft>
              <a:buClr>
                <a:schemeClr val="dk1"/>
              </a:buClr>
              <a:buSzPts val="3600"/>
              <a:buChar char="•"/>
            </a:pPr>
            <a:r>
              <a:rPr lang="en-US"/>
              <a:t>Traditional analysis: Unix shell commands, R, Python</a:t>
            </a:r>
            <a:endParaRPr/>
          </a:p>
          <a:p>
            <a:pPr indent="-380933" lvl="1" marL="990427" rtl="0" algn="l">
              <a:lnSpc>
                <a:spcPct val="90000"/>
              </a:lnSpc>
              <a:spcBef>
                <a:spcPts val="640"/>
              </a:spcBef>
              <a:spcAft>
                <a:spcPts val="0"/>
              </a:spcAft>
              <a:buClr>
                <a:schemeClr val="dk1"/>
              </a:buClr>
              <a:buSzPts val="3200"/>
              <a:buChar char="–"/>
            </a:pPr>
            <a:r>
              <a:rPr lang="en-US"/>
              <a:t>All run in a single machine!</a:t>
            </a:r>
            <a:endParaRPr/>
          </a:p>
          <a:p>
            <a:pPr indent="-457120" lvl="0" marL="457120" rtl="0" algn="l">
              <a:lnSpc>
                <a:spcPct val="90000"/>
              </a:lnSpc>
              <a:spcBef>
                <a:spcPts val="720"/>
              </a:spcBef>
              <a:spcAft>
                <a:spcPts val="0"/>
              </a:spcAft>
              <a:buClr>
                <a:schemeClr val="dk1"/>
              </a:buClr>
              <a:buSzPts val="3600"/>
              <a:buChar char="•"/>
            </a:pPr>
            <a:r>
              <a:rPr lang="en-US"/>
              <a:t>Data growing faster than computational speeds</a:t>
            </a:r>
            <a:endParaRPr/>
          </a:p>
          <a:p>
            <a:pPr indent="-457120" lvl="0" marL="457120" rtl="0" algn="l">
              <a:lnSpc>
                <a:spcPct val="90000"/>
              </a:lnSpc>
              <a:spcBef>
                <a:spcPts val="720"/>
              </a:spcBef>
              <a:spcAft>
                <a:spcPts val="0"/>
              </a:spcAft>
              <a:buClr>
                <a:schemeClr val="dk1"/>
              </a:buClr>
              <a:buSzPts val="3600"/>
              <a:buChar char="•"/>
            </a:pPr>
            <a:r>
              <a:rPr lang="en-US"/>
              <a:t>Growing data sources</a:t>
            </a:r>
            <a:endParaRPr/>
          </a:p>
          <a:p>
            <a:pPr indent="-380933" lvl="1" marL="990427" rtl="0" algn="l">
              <a:lnSpc>
                <a:spcPct val="90000"/>
              </a:lnSpc>
              <a:spcBef>
                <a:spcPts val="640"/>
              </a:spcBef>
              <a:spcAft>
                <a:spcPts val="0"/>
              </a:spcAft>
              <a:buClr>
                <a:schemeClr val="dk1"/>
              </a:buClr>
              <a:buSzPts val="3200"/>
              <a:buChar char="–"/>
            </a:pPr>
            <a:r>
              <a:rPr lang="en-US"/>
              <a:t>A single machine cannot process or even store all the data!</a:t>
            </a:r>
            <a:endParaRPr/>
          </a:p>
          <a:p>
            <a:pPr indent="-380933" lvl="1" marL="990427" rtl="0" algn="l">
              <a:lnSpc>
                <a:spcPct val="90000"/>
              </a:lnSpc>
              <a:spcBef>
                <a:spcPts val="640"/>
              </a:spcBef>
              <a:spcAft>
                <a:spcPts val="0"/>
              </a:spcAft>
              <a:buClr>
                <a:schemeClr val="dk1"/>
              </a:buClr>
              <a:buSzPts val="3200"/>
              <a:buChar char="–"/>
            </a:pPr>
            <a:r>
              <a:rPr lang="en-US">
                <a:latin typeface="Calibri"/>
                <a:ea typeface="Calibri"/>
                <a:cs typeface="Calibri"/>
                <a:sym typeface="Calibri"/>
              </a:rPr>
              <a:t>Need </a:t>
            </a:r>
            <a:r>
              <a:rPr lang="en-US"/>
              <a:t>a scalable, </a:t>
            </a:r>
            <a:r>
              <a:rPr lang="en-US">
                <a:latin typeface="Calibri"/>
                <a:ea typeface="Calibri"/>
                <a:cs typeface="Calibri"/>
                <a:sym typeface="Calibri"/>
              </a:rPr>
              <a:t>reliable, </a:t>
            </a:r>
            <a:r>
              <a:rPr lang="en-US"/>
              <a:t>standard environment </a:t>
            </a:r>
            <a:endParaRPr/>
          </a:p>
          <a:p>
            <a:pPr indent="-457120" lvl="0" marL="457120" rtl="0" algn="l">
              <a:lnSpc>
                <a:spcPct val="90000"/>
              </a:lnSpc>
              <a:spcBef>
                <a:spcPts val="720"/>
              </a:spcBef>
              <a:spcAft>
                <a:spcPts val="0"/>
              </a:spcAft>
              <a:buClr>
                <a:schemeClr val="dk1"/>
              </a:buClr>
              <a:buSzPts val="3600"/>
              <a:buFont typeface="Noto Sans Symbols"/>
              <a:buChar char="🡺"/>
            </a:pPr>
            <a:r>
              <a:rPr lang="en-US"/>
              <a:t>Solution is to distribute data over cluster of machines</a:t>
            </a:r>
            <a:endParaRPr/>
          </a:p>
          <a:p>
            <a:pPr indent="-457120" lvl="0" marL="457120" rtl="0" algn="l">
              <a:lnSpc>
                <a:spcPct val="90000"/>
              </a:lnSpc>
              <a:spcBef>
                <a:spcPts val="720"/>
              </a:spcBef>
              <a:spcAft>
                <a:spcPts val="0"/>
              </a:spcAft>
              <a:buClr>
                <a:schemeClr val="dk1"/>
              </a:buClr>
              <a:buSzPts val="3600"/>
              <a:buFont typeface="Noto Sans Symbols"/>
              <a:buChar char="🡺"/>
            </a:pPr>
            <a:r>
              <a:rPr lang="en-US">
                <a:latin typeface="Calibri"/>
                <a:ea typeface="Calibri"/>
                <a:cs typeface="Calibri"/>
                <a:sym typeface="Calibri"/>
              </a:rPr>
              <a:t>Based on clouds: </a:t>
            </a:r>
            <a:r>
              <a:rPr lang="en-US"/>
              <a:t>storage and computational resources</a:t>
            </a:r>
            <a:r>
              <a:rPr lang="en-US">
                <a:latin typeface="Calibri"/>
                <a:ea typeface="Calibri"/>
                <a:cs typeface="Calibri"/>
                <a:sym typeface="Calibri"/>
              </a:rPr>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11"/>
          <p:cNvSpPr txBox="1"/>
          <p:nvPr>
            <p:ph type="title"/>
          </p:nvPr>
        </p:nvSpPr>
        <p:spPr>
          <a:xfrm>
            <a:off x="609441" y="274639"/>
            <a:ext cx="7085171" cy="73312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latin typeface="Calibri"/>
                <a:ea typeface="Calibri"/>
                <a:cs typeface="Calibri"/>
                <a:sym typeface="Calibri"/>
              </a:rPr>
              <a:t>Processing &amp; ML with big data</a:t>
            </a:r>
            <a:endParaRPr b="1">
              <a:solidFill>
                <a:schemeClr val="dk2"/>
              </a:solidFill>
              <a:latin typeface="Calibri"/>
              <a:ea typeface="Calibri"/>
              <a:cs typeface="Calibri"/>
              <a:sym typeface="Calibri"/>
            </a:endParaRPr>
          </a:p>
        </p:txBody>
      </p:sp>
      <p:sp>
        <p:nvSpPr>
          <p:cNvPr id="1038" name="Google Shape;1038;p11"/>
          <p:cNvSpPr txBox="1"/>
          <p:nvPr>
            <p:ph idx="1" type="body"/>
          </p:nvPr>
        </p:nvSpPr>
        <p:spPr>
          <a:xfrm>
            <a:off x="457199" y="1600200"/>
            <a:ext cx="11731625" cy="5257800"/>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2800"/>
              <a:buChar char="•"/>
            </a:pPr>
            <a:r>
              <a:rPr lang="en-US" sz="2800"/>
              <a:t>Data processing</a:t>
            </a:r>
            <a:endParaRPr/>
          </a:p>
          <a:p>
            <a:pPr indent="-380933" lvl="1" marL="990427" rtl="0" algn="l">
              <a:spcBef>
                <a:spcPts val="560"/>
              </a:spcBef>
              <a:spcAft>
                <a:spcPts val="0"/>
              </a:spcAft>
              <a:buClr>
                <a:schemeClr val="dk1"/>
              </a:buClr>
              <a:buSzPts val="2800"/>
              <a:buChar char="–"/>
            </a:pPr>
            <a:r>
              <a:rPr lang="en-US" sz="2800"/>
              <a:t>Traditional ETL (extract, transform, load) </a:t>
            </a:r>
            <a:endParaRPr/>
          </a:p>
          <a:p>
            <a:pPr indent="-380933" lvl="1" marL="990427" rtl="0" algn="l">
              <a:spcBef>
                <a:spcPts val="560"/>
              </a:spcBef>
              <a:spcAft>
                <a:spcPts val="0"/>
              </a:spcAft>
              <a:buClr>
                <a:schemeClr val="dk1"/>
              </a:buClr>
              <a:buSzPts val="2800"/>
              <a:buChar char="–"/>
            </a:pPr>
            <a:r>
              <a:rPr lang="en-US" sz="2800"/>
              <a:t>Data Stores (HBase, ……..)</a:t>
            </a:r>
            <a:endParaRPr/>
          </a:p>
          <a:p>
            <a:pPr indent="-380933" lvl="1" marL="990427" rtl="0" algn="l">
              <a:spcBef>
                <a:spcPts val="560"/>
              </a:spcBef>
              <a:spcAft>
                <a:spcPts val="0"/>
              </a:spcAft>
              <a:buClr>
                <a:schemeClr val="dk1"/>
              </a:buClr>
              <a:buSzPts val="2800"/>
              <a:buChar char="–"/>
            </a:pPr>
            <a:r>
              <a:rPr lang="en-US" sz="2800"/>
              <a:t>Tools for processing</a:t>
            </a:r>
            <a:endParaRPr/>
          </a:p>
          <a:p>
            <a:pPr indent="-457120" lvl="0" marL="457120" rtl="0" algn="l">
              <a:spcBef>
                <a:spcPts val="560"/>
              </a:spcBef>
              <a:spcAft>
                <a:spcPts val="0"/>
              </a:spcAft>
              <a:buClr>
                <a:schemeClr val="dk1"/>
              </a:buClr>
              <a:buSzPts val="2800"/>
              <a:buChar char="•"/>
            </a:pPr>
            <a:r>
              <a:rPr lang="en-US" sz="2800"/>
              <a:t>Machine Learning</a:t>
            </a:r>
            <a:endParaRPr/>
          </a:p>
          <a:p>
            <a:pPr indent="-457120" lvl="0" marL="457120" rtl="0" algn="l">
              <a:spcBef>
                <a:spcPts val="560"/>
              </a:spcBef>
              <a:spcAft>
                <a:spcPts val="0"/>
              </a:spcAft>
              <a:buClr>
                <a:schemeClr val="dk1"/>
              </a:buClr>
              <a:buSzPts val="2800"/>
              <a:buChar char="•"/>
            </a:pPr>
            <a:r>
              <a:rPr lang="en-US" sz="2800">
                <a:latin typeface="Calibri"/>
                <a:ea typeface="Calibri"/>
                <a:cs typeface="Calibri"/>
                <a:sym typeface="Calibri"/>
              </a:rPr>
              <a:t>Leverage many machines in distributed way</a:t>
            </a:r>
            <a:endParaRPr sz="2800">
              <a:latin typeface="Calibri"/>
              <a:ea typeface="Calibri"/>
              <a:cs typeface="Calibri"/>
              <a:sym typeface="Calibri"/>
            </a:endParaRPr>
          </a:p>
        </p:txBody>
      </p:sp>
      <p:sp>
        <p:nvSpPr>
          <p:cNvPr id="1039" name="Google Shape;1039;p11"/>
          <p:cNvSpPr/>
          <p:nvPr/>
        </p:nvSpPr>
        <p:spPr>
          <a:xfrm>
            <a:off x="6018212" y="3122713"/>
            <a:ext cx="3733800" cy="952353"/>
          </a:xfrm>
          <a:prstGeom prst="flowChartAlternateProcess">
            <a:avLst/>
          </a:prstGeom>
          <a:solidFill>
            <a:srgbClr val="FF6600">
              <a:alpha val="44705"/>
            </a:srgbClr>
          </a:solidFill>
          <a:ln cap="flat" cmpd="sng" w="9525">
            <a:solidFill>
              <a:srgbClr val="FF660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2400">
                <a:solidFill>
                  <a:schemeClr val="lt1"/>
                </a:solidFill>
                <a:latin typeface="Calibri"/>
                <a:ea typeface="Calibri"/>
                <a:cs typeface="Calibri"/>
                <a:sym typeface="Calibri"/>
              </a:rPr>
              <a:t>   Big Datasets</a:t>
            </a:r>
            <a:endParaRPr sz="2400">
              <a:solidFill>
                <a:schemeClr val="lt1"/>
              </a:solidFill>
              <a:latin typeface="Calibri"/>
              <a:ea typeface="Calibri"/>
              <a:cs typeface="Calibri"/>
              <a:sym typeface="Calibri"/>
            </a:endParaRPr>
          </a:p>
        </p:txBody>
      </p:sp>
      <p:sp>
        <p:nvSpPr>
          <p:cNvPr id="1040" name="Google Shape;1040;p11"/>
          <p:cNvSpPr/>
          <p:nvPr/>
        </p:nvSpPr>
        <p:spPr>
          <a:xfrm>
            <a:off x="7975942" y="3078126"/>
            <a:ext cx="3699928" cy="996940"/>
          </a:xfrm>
          <a:prstGeom prst="flowChartAlternateProcess">
            <a:avLst/>
          </a:prstGeom>
          <a:solidFill>
            <a:srgbClr val="86322F">
              <a:alpha val="56862"/>
            </a:srgbClr>
          </a:solidFill>
          <a:ln cap="flat" cmpd="sng" w="9525">
            <a:solidFill>
              <a:srgbClr val="86322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r">
              <a:spcBef>
                <a:spcPts val="0"/>
              </a:spcBef>
              <a:spcAft>
                <a:spcPts val="0"/>
              </a:spcAft>
              <a:buNone/>
            </a:pPr>
            <a:r>
              <a:rPr lang="en-US" sz="2400">
                <a:solidFill>
                  <a:schemeClr val="lt1"/>
                </a:solidFill>
                <a:latin typeface="Calibri"/>
                <a:ea typeface="Calibri"/>
                <a:cs typeface="Calibri"/>
                <a:sym typeface="Calibri"/>
              </a:rPr>
              <a:t>    Machine     </a:t>
            </a:r>
            <a:endParaRPr/>
          </a:p>
          <a:p>
            <a:pPr indent="0" lvl="0" marL="0" marR="0" rtl="0" algn="r">
              <a:spcBef>
                <a:spcPts val="0"/>
              </a:spcBef>
              <a:spcAft>
                <a:spcPts val="0"/>
              </a:spcAft>
              <a:buNone/>
            </a:pPr>
            <a:r>
              <a:rPr lang="en-US" sz="2400">
                <a:solidFill>
                  <a:schemeClr val="lt1"/>
                </a:solidFill>
                <a:latin typeface="Calibri"/>
                <a:ea typeface="Calibri"/>
                <a:cs typeface="Calibri"/>
                <a:sym typeface="Calibri"/>
              </a:rPr>
              <a:t>Learning    </a:t>
            </a:r>
            <a:endParaRPr sz="2400">
              <a:solidFill>
                <a:schemeClr val="lt1"/>
              </a:solidFill>
              <a:latin typeface="Calibri"/>
              <a:ea typeface="Calibri"/>
              <a:cs typeface="Calibri"/>
              <a:sym typeface="Calibri"/>
            </a:endParaRPr>
          </a:p>
        </p:txBody>
      </p:sp>
      <p:sp>
        <p:nvSpPr>
          <p:cNvPr id="1041" name="Google Shape;1041;p11"/>
          <p:cNvSpPr/>
          <p:nvPr/>
        </p:nvSpPr>
        <p:spPr>
          <a:xfrm>
            <a:off x="7959006" y="3060832"/>
            <a:ext cx="1793006" cy="3339967"/>
          </a:xfrm>
          <a:prstGeom prst="flowChartAlternateProcess">
            <a:avLst/>
          </a:prstGeom>
          <a:solidFill>
            <a:srgbClr val="538CD5">
              <a:alpha val="44705"/>
            </a:srgbClr>
          </a:solidFill>
          <a:ln cap="flat" cmpd="sng" w="9525">
            <a:solidFill>
              <a:srgbClr val="17365D"/>
            </a:solidFill>
            <a:prstDash val="solid"/>
            <a:round/>
            <a:headEnd len="sm" w="sm" type="none"/>
            <a:tailEnd len="sm" w="sm" type="none"/>
          </a:ln>
          <a:effectLst>
            <a:outerShdw blurRad="40000" rotWithShape="0" dir="5400000" dist="23000">
              <a:srgbClr val="000000">
                <a:alpha val="34901"/>
              </a:srgbClr>
            </a:outerShdw>
          </a:effectLst>
        </p:spPr>
        <p:txBody>
          <a:bodyPr anchorCtr="0" anchor="b"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Distributed Computing</a:t>
            </a:r>
            <a:endParaRPr sz="2400">
              <a:solidFill>
                <a:schemeClr val="lt1"/>
              </a:solidFill>
              <a:latin typeface="Calibri"/>
              <a:ea typeface="Calibri"/>
              <a:cs typeface="Calibri"/>
              <a:sym typeface="Calibri"/>
            </a:endParaRPr>
          </a:p>
        </p:txBody>
      </p:sp>
      <p:sp>
        <p:nvSpPr>
          <p:cNvPr id="1042" name="Google Shape;1042;p11"/>
          <p:cNvSpPr/>
          <p:nvPr/>
        </p:nvSpPr>
        <p:spPr>
          <a:xfrm>
            <a:off x="303213" y="4824025"/>
            <a:ext cx="6092124" cy="2069232"/>
          </a:xfrm>
          <a:prstGeom prst="rect">
            <a:avLst/>
          </a:prstGeom>
          <a:gradFill>
            <a:gsLst>
              <a:gs pos="0">
                <a:srgbClr val="FFED74"/>
              </a:gs>
              <a:gs pos="35000">
                <a:srgbClr val="FFF09F"/>
              </a:gs>
              <a:gs pos="100000">
                <a:srgbClr val="FFF9D6"/>
              </a:gs>
            </a:gsLst>
            <a:lin ang="16200000" scaled="0"/>
          </a:gradFill>
          <a:ln cap="flat" cmpd="sng" w="9525">
            <a:solidFill>
              <a:srgbClr val="FFBE00"/>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Working in this are is really challenging, which is the main goal of </a:t>
            </a:r>
            <a:r>
              <a:rPr b="1" lang="en-US" sz="2800">
                <a:solidFill>
                  <a:schemeClr val="dk1"/>
                </a:solidFill>
                <a:latin typeface="Calibri"/>
                <a:ea typeface="Calibri"/>
                <a:cs typeface="Calibri"/>
                <a:sym typeface="Calibri"/>
              </a:rPr>
              <a:t>modern</a:t>
            </a:r>
            <a:r>
              <a:rPr lang="en-US" sz="2800">
                <a:solidFill>
                  <a:schemeClr val="dk1"/>
                </a:solidFill>
                <a:latin typeface="Calibri"/>
                <a:ea typeface="Calibri"/>
                <a:cs typeface="Calibri"/>
                <a:sym typeface="Calibri"/>
              </a:rPr>
              <a:t> big data analytics, and require new methods to store and process </a:t>
            </a:r>
            <a:r>
              <a:rPr b="1" lang="en-US" sz="2800">
                <a:solidFill>
                  <a:schemeClr val="dk1"/>
                </a:solidFill>
                <a:latin typeface="Calibri"/>
                <a:ea typeface="Calibri"/>
                <a:cs typeface="Calibri"/>
                <a:sym typeface="Calibri"/>
              </a:rPr>
              <a:t>Big Data </a:t>
            </a:r>
            <a:endParaRPr b="1" sz="2800">
              <a:solidFill>
                <a:schemeClr val="dk1"/>
              </a:solidFill>
              <a:latin typeface="Calibri"/>
              <a:ea typeface="Calibri"/>
              <a:cs typeface="Calibri"/>
              <a:sym typeface="Calibri"/>
            </a:endParaRPr>
          </a:p>
        </p:txBody>
      </p:sp>
      <p:cxnSp>
        <p:nvCxnSpPr>
          <p:cNvPr id="1043" name="Google Shape;1043;p11"/>
          <p:cNvCxnSpPr>
            <a:stCxn id="1043" idx="3"/>
          </p:cNvCxnSpPr>
          <p:nvPr/>
        </p:nvCxnSpPr>
        <p:spPr>
          <a:xfrm flipH="1" rot="10800000">
            <a:off x="6252179" y="3871679"/>
            <a:ext cx="2082300" cy="1410000"/>
          </a:xfrm>
          <a:prstGeom prst="straightConnector1">
            <a:avLst/>
          </a:prstGeom>
          <a:noFill/>
          <a:ln cap="flat" cmpd="sng" w="38100">
            <a:solidFill>
              <a:schemeClr val="dk1"/>
            </a:solidFill>
            <a:prstDash val="solid"/>
            <a:round/>
            <a:headEnd len="sm" w="sm" type="none"/>
            <a:tailEnd len="med" w="med" type="stealth"/>
          </a:ln>
          <a:effectLst>
            <a:outerShdw blurRad="40000" rotWithShape="0" dir="5400000" dist="23000">
              <a:srgbClr val="000000">
                <a:alpha val="34901"/>
              </a:srgbClr>
            </a:outerShdw>
          </a:effectLst>
        </p:spPr>
      </p:cxnSp>
      <p:sp>
        <p:nvSpPr>
          <p:cNvPr id="1044" name="Google Shape;1044;p11"/>
          <p:cNvSpPr/>
          <p:nvPr/>
        </p:nvSpPr>
        <p:spPr>
          <a:xfrm>
            <a:off x="7959006" y="685800"/>
            <a:ext cx="1776070" cy="3389266"/>
          </a:xfrm>
          <a:prstGeom prst="flowChartAlternateProcess">
            <a:avLst/>
          </a:prstGeom>
          <a:solidFill>
            <a:srgbClr val="5DD3FF">
              <a:alpha val="44705"/>
            </a:srgbClr>
          </a:solidFill>
          <a:ln cap="flat" cmpd="sng" w="9525">
            <a:solidFill>
              <a:srgbClr val="5DD3F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Data Processing ETL (extract, transform, load) </a:t>
            </a:r>
            <a:endParaRPr sz="2400">
              <a:solidFill>
                <a:schemeClr val="l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12"/>
          <p:cNvSpPr txBox="1"/>
          <p:nvPr/>
        </p:nvSpPr>
        <p:spPr>
          <a:xfrm>
            <a:off x="3732212" y="2971800"/>
            <a:ext cx="4184159"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000">
                <a:solidFill>
                  <a:schemeClr val="lt1"/>
                </a:solidFill>
                <a:latin typeface="Calibri"/>
                <a:ea typeface="Calibri"/>
                <a:cs typeface="Calibri"/>
                <a:sym typeface="Calibri"/>
              </a:rPr>
              <a:t>Pioneer Approach</a:t>
            </a:r>
            <a:endParaRPr sz="4000">
              <a:solidFill>
                <a:schemeClr val="l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13"/>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1"/>
              </a:buClr>
              <a:buSzPts val="3600"/>
              <a:buFont typeface="Calibri"/>
              <a:buNone/>
            </a:pPr>
            <a:r>
              <a:rPr lang="en-US">
                <a:latin typeface="Calibri"/>
                <a:ea typeface="Calibri"/>
                <a:cs typeface="Calibri"/>
                <a:sym typeface="Calibri"/>
              </a:rPr>
              <a:t>It's Hadoop</a:t>
            </a:r>
            <a:endParaRPr>
              <a:latin typeface="Calibri"/>
              <a:ea typeface="Calibri"/>
              <a:cs typeface="Calibri"/>
              <a:sym typeface="Calibri"/>
            </a:endParaRPr>
          </a:p>
        </p:txBody>
      </p:sp>
      <p:pic>
        <p:nvPicPr>
          <p:cNvPr descr="adoop Components that you Need to know about | Edureka" id="1056" name="Google Shape;1056;p13"/>
          <p:cNvPicPr preferRelativeResize="0"/>
          <p:nvPr/>
        </p:nvPicPr>
        <p:blipFill rotWithShape="1">
          <a:blip r:embed="rId3">
            <a:alphaModFix/>
          </a:blip>
          <a:srcRect b="0" l="0" r="0" t="0"/>
          <a:stretch/>
        </p:blipFill>
        <p:spPr>
          <a:xfrm>
            <a:off x="1216184" y="985720"/>
            <a:ext cx="10363200" cy="553489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14"/>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latin typeface="Calibri"/>
                <a:ea typeface="Calibri"/>
                <a:cs typeface="Calibri"/>
                <a:sym typeface="Calibri"/>
              </a:rPr>
              <a:t>Hadoop Ecosystem</a:t>
            </a:r>
            <a:endParaRPr b="1">
              <a:solidFill>
                <a:schemeClr val="dk2"/>
              </a:solidFill>
              <a:latin typeface="Calibri"/>
              <a:ea typeface="Calibri"/>
              <a:cs typeface="Calibri"/>
              <a:sym typeface="Calibri"/>
            </a:endParaRPr>
          </a:p>
        </p:txBody>
      </p:sp>
      <p:sp>
        <p:nvSpPr>
          <p:cNvPr id="1063" name="Google Shape;1063;p14"/>
          <p:cNvSpPr txBox="1"/>
          <p:nvPr>
            <p:ph idx="1" type="body"/>
          </p:nvPr>
        </p:nvSpPr>
        <p:spPr>
          <a:xfrm>
            <a:off x="609441" y="1138425"/>
            <a:ext cx="10969943" cy="5338575"/>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200"/>
              <a:buChar char="•"/>
            </a:pPr>
            <a:r>
              <a:rPr lang="en-US" sz="3200">
                <a:latin typeface="Calibri"/>
                <a:ea typeface="Calibri"/>
                <a:cs typeface="Calibri"/>
                <a:sym typeface="Calibri"/>
              </a:rPr>
              <a:t>Provide </a:t>
            </a:r>
            <a:r>
              <a:rPr lang="en-US" sz="3200"/>
              <a:t>Scalability </a:t>
            </a:r>
            <a:endParaRPr/>
          </a:p>
          <a:p>
            <a:pPr indent="-380933" lvl="1" marL="990427" rtl="0" algn="l">
              <a:spcBef>
                <a:spcPts val="640"/>
              </a:spcBef>
              <a:spcAft>
                <a:spcPts val="0"/>
              </a:spcAft>
              <a:buClr>
                <a:schemeClr val="dk1"/>
              </a:buClr>
              <a:buSzPts val="3200"/>
              <a:buChar char="–"/>
            </a:pPr>
            <a:r>
              <a:rPr lang="en-US"/>
              <a:t>on </a:t>
            </a:r>
            <a:r>
              <a:rPr lang="en-US">
                <a:latin typeface="Calibri"/>
                <a:ea typeface="Calibri"/>
                <a:cs typeface="Calibri"/>
                <a:sym typeface="Calibri"/>
              </a:rPr>
              <a:t>commercial</a:t>
            </a:r>
            <a:r>
              <a:rPr lang="en-US"/>
              <a:t> hardware</a:t>
            </a:r>
            <a:endParaRPr/>
          </a:p>
          <a:p>
            <a:pPr indent="-457120" lvl="0" marL="457120" rtl="0" algn="l">
              <a:spcBef>
                <a:spcPts val="640"/>
              </a:spcBef>
              <a:spcAft>
                <a:spcPts val="0"/>
              </a:spcAft>
              <a:buClr>
                <a:schemeClr val="dk1"/>
              </a:buClr>
              <a:buSzPts val="3200"/>
              <a:buChar char="•"/>
            </a:pPr>
            <a:r>
              <a:rPr lang="en-US" sz="3200">
                <a:latin typeface="Calibri"/>
                <a:ea typeface="Calibri"/>
                <a:cs typeface="Calibri"/>
                <a:sym typeface="Calibri"/>
              </a:rPr>
              <a:t>Support</a:t>
            </a:r>
            <a:r>
              <a:rPr lang="en-US" sz="3200"/>
              <a:t> Fault Tolerance</a:t>
            </a:r>
            <a:endParaRPr/>
          </a:p>
          <a:p>
            <a:pPr indent="-457120" lvl="0" marL="457120" rtl="0" algn="l">
              <a:spcBef>
                <a:spcPts val="640"/>
              </a:spcBef>
              <a:spcAft>
                <a:spcPts val="0"/>
              </a:spcAft>
              <a:buClr>
                <a:schemeClr val="dk1"/>
              </a:buClr>
              <a:buSzPts val="3200"/>
              <a:buChar char="•"/>
            </a:pPr>
            <a:r>
              <a:rPr lang="en-US" sz="3200"/>
              <a:t>Can handle large and diverse datasets</a:t>
            </a:r>
            <a:endParaRPr/>
          </a:p>
          <a:p>
            <a:pPr indent="-380933" lvl="1" marL="990427" rtl="0" algn="l">
              <a:spcBef>
                <a:spcPts val="640"/>
              </a:spcBef>
              <a:spcAft>
                <a:spcPts val="0"/>
              </a:spcAft>
              <a:buClr>
                <a:schemeClr val="dk1"/>
              </a:buClr>
              <a:buSzPts val="3200"/>
              <a:buChar char="–"/>
            </a:pPr>
            <a:r>
              <a:rPr lang="en-US"/>
              <a:t>Text, Graph</a:t>
            </a:r>
            <a:r>
              <a:rPr lang="en-US">
                <a:latin typeface="Calibri"/>
                <a:ea typeface="Calibri"/>
                <a:cs typeface="Calibri"/>
                <a:sym typeface="Calibri"/>
              </a:rPr>
              <a:t>, IoT, </a:t>
            </a:r>
            <a:r>
              <a:rPr lang="en-US"/>
              <a:t>Streaming Data, Images, </a:t>
            </a:r>
            <a:r>
              <a:rPr lang="en-US">
                <a:latin typeface="Calibri"/>
                <a:ea typeface="Calibri"/>
                <a:cs typeface="Calibri"/>
                <a:sym typeface="Calibri"/>
              </a:rPr>
              <a:t>Videos</a:t>
            </a:r>
            <a:r>
              <a:rPr lang="en-US"/>
              <a:t>…</a:t>
            </a:r>
            <a:endParaRPr/>
          </a:p>
          <a:p>
            <a:pPr indent="-457120" lvl="0" marL="457120" rtl="0" algn="l">
              <a:spcBef>
                <a:spcPts val="640"/>
              </a:spcBef>
              <a:spcAft>
                <a:spcPts val="0"/>
              </a:spcAft>
              <a:buClr>
                <a:schemeClr val="dk1"/>
              </a:buClr>
              <a:buSzPts val="3200"/>
              <a:buChar char="•"/>
            </a:pPr>
            <a:r>
              <a:rPr lang="en-US" sz="3200">
                <a:latin typeface="Calibri"/>
                <a:ea typeface="Calibri"/>
                <a:cs typeface="Calibri"/>
                <a:sym typeface="Calibri"/>
              </a:rPr>
              <a:t>Enable S</a:t>
            </a:r>
            <a:r>
              <a:rPr lang="en-US" sz="3200"/>
              <a:t>hared Environment</a:t>
            </a:r>
            <a:endParaRPr/>
          </a:p>
          <a:p>
            <a:pPr indent="-457120" lvl="0" marL="457120" rtl="0" algn="l">
              <a:spcBef>
                <a:spcPts val="640"/>
              </a:spcBef>
              <a:spcAft>
                <a:spcPts val="0"/>
              </a:spcAft>
              <a:buClr>
                <a:schemeClr val="dk1"/>
              </a:buClr>
              <a:buSzPts val="3200"/>
              <a:buChar char="•"/>
            </a:pPr>
            <a:r>
              <a:rPr lang="en-US" sz="3200"/>
              <a:t>Provides Value</a:t>
            </a:r>
            <a:endParaRPr/>
          </a:p>
          <a:p>
            <a:pPr indent="-380933" lvl="1" marL="990427" rtl="0" algn="l">
              <a:spcBef>
                <a:spcPts val="640"/>
              </a:spcBef>
              <a:spcAft>
                <a:spcPts val="0"/>
              </a:spcAft>
              <a:buClr>
                <a:schemeClr val="dk1"/>
              </a:buClr>
              <a:buSzPts val="3200"/>
              <a:buChar char="–"/>
            </a:pPr>
            <a:r>
              <a:rPr lang="en-US"/>
              <a:t>Cost</a:t>
            </a:r>
            <a:endParaRPr/>
          </a:p>
          <a:p>
            <a:pPr indent="-380933" lvl="1" marL="990427" rtl="0" algn="l">
              <a:spcBef>
                <a:spcPts val="640"/>
              </a:spcBef>
              <a:spcAft>
                <a:spcPts val="0"/>
              </a:spcAft>
              <a:buClr>
                <a:schemeClr val="dk1"/>
              </a:buClr>
              <a:buSzPts val="3200"/>
              <a:buChar char="–"/>
            </a:pPr>
            <a:r>
              <a:rPr lang="en-US">
                <a:latin typeface="Calibri"/>
                <a:ea typeface="Calibri"/>
                <a:cs typeface="Calibri"/>
                <a:sym typeface="Calibri"/>
              </a:rPr>
              <a:t>Big community</a:t>
            </a:r>
            <a:endParaRPr>
              <a:latin typeface="Calibri"/>
              <a:ea typeface="Calibri"/>
              <a:cs typeface="Calibri"/>
              <a:sym typeface="Calibri"/>
            </a:endParaRPr>
          </a:p>
          <a:p>
            <a:pPr indent="-228520" lvl="0" marL="457120" rtl="0" algn="l">
              <a:spcBef>
                <a:spcPts val="720"/>
              </a:spcBef>
              <a:spcAft>
                <a:spcPts val="0"/>
              </a:spcAft>
              <a:buClr>
                <a:schemeClr val="dk1"/>
              </a:buClr>
              <a:buSzPts val="36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15"/>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1"/>
              </a:buClr>
              <a:buSzPts val="3600"/>
              <a:buFont typeface="Calibri"/>
              <a:buNone/>
            </a:pPr>
            <a:r>
              <a:rPr lang="en-US"/>
              <a:t>A picture of Hadoop Ecosystem</a:t>
            </a:r>
            <a:endParaRPr/>
          </a:p>
        </p:txBody>
      </p:sp>
      <p:sp>
        <p:nvSpPr>
          <p:cNvPr id="1070" name="Google Shape;1070;p15"/>
          <p:cNvSpPr/>
          <p:nvPr/>
        </p:nvSpPr>
        <p:spPr>
          <a:xfrm>
            <a:off x="1382989" y="1349875"/>
            <a:ext cx="696426" cy="348234"/>
          </a:xfrm>
          <a:prstGeom prst="rect">
            <a:avLst/>
          </a:prstGeom>
          <a:gradFill>
            <a:gsLst>
              <a:gs pos="0">
                <a:srgbClr val="A66664"/>
              </a:gs>
              <a:gs pos="80000">
                <a:srgbClr val="DA8785"/>
              </a:gs>
              <a:gs pos="100000">
                <a:srgbClr val="DD8583"/>
              </a:gs>
            </a:gsLst>
            <a:lin ang="16200000" scaled="0"/>
          </a:gradFill>
          <a:ln cap="flat" cmpd="sng" w="9525">
            <a:solidFill>
              <a:srgbClr val="D4908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A</a:t>
            </a:r>
            <a:endParaRPr/>
          </a:p>
        </p:txBody>
      </p:sp>
      <p:sp>
        <p:nvSpPr>
          <p:cNvPr id="1071" name="Google Shape;1071;p15"/>
          <p:cNvSpPr/>
          <p:nvPr/>
        </p:nvSpPr>
        <p:spPr>
          <a:xfrm>
            <a:off x="1382989" y="2007554"/>
            <a:ext cx="696426" cy="348234"/>
          </a:xfrm>
          <a:prstGeom prst="rect">
            <a:avLst/>
          </a:prstGeom>
          <a:gradFill>
            <a:gsLst>
              <a:gs pos="0">
                <a:srgbClr val="0055A2"/>
              </a:gs>
              <a:gs pos="80000">
                <a:srgbClr val="0070D4"/>
              </a:gs>
              <a:gs pos="100000">
                <a:srgbClr val="0071DA"/>
              </a:gs>
            </a:gsLst>
            <a:lin ang="16200000" scaled="0"/>
          </a:gradFill>
          <a:ln cap="flat" cmpd="sng" w="9525">
            <a:solidFill>
              <a:srgbClr val="006DB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1072" name="Google Shape;1072;p15"/>
          <p:cNvSpPr/>
          <p:nvPr/>
        </p:nvSpPr>
        <p:spPr>
          <a:xfrm>
            <a:off x="2470785" y="2007554"/>
            <a:ext cx="696426" cy="348234"/>
          </a:xfrm>
          <a:prstGeom prst="rect">
            <a:avLst/>
          </a:prstGeom>
          <a:gradFill>
            <a:gsLst>
              <a:gs pos="0">
                <a:srgbClr val="0055A2"/>
              </a:gs>
              <a:gs pos="80000">
                <a:srgbClr val="0070D4"/>
              </a:gs>
              <a:gs pos="100000">
                <a:srgbClr val="0071DA"/>
              </a:gs>
            </a:gsLst>
            <a:lin ang="16200000" scaled="0"/>
          </a:gradFill>
          <a:ln cap="flat" cmpd="sng" w="9525">
            <a:solidFill>
              <a:srgbClr val="006DB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C</a:t>
            </a:r>
            <a:endParaRPr sz="2400">
              <a:solidFill>
                <a:schemeClr val="dk1"/>
              </a:solidFill>
              <a:latin typeface="Calibri"/>
              <a:ea typeface="Calibri"/>
              <a:cs typeface="Calibri"/>
              <a:sym typeface="Calibri"/>
            </a:endParaRPr>
          </a:p>
        </p:txBody>
      </p:sp>
      <p:sp>
        <p:nvSpPr>
          <p:cNvPr id="1073" name="Google Shape;1073;p15"/>
          <p:cNvSpPr/>
          <p:nvPr/>
        </p:nvSpPr>
        <p:spPr>
          <a:xfrm>
            <a:off x="1382988" y="2598004"/>
            <a:ext cx="1784223" cy="398495"/>
          </a:xfrm>
          <a:prstGeom prst="rect">
            <a:avLst/>
          </a:prstGeom>
          <a:gradFill>
            <a:gsLst>
              <a:gs pos="0">
                <a:srgbClr val="A20000"/>
              </a:gs>
              <a:gs pos="80000">
                <a:srgbClr val="D40000"/>
              </a:gs>
              <a:gs pos="100000">
                <a:srgbClr val="DA0000"/>
              </a:gs>
            </a:gsLst>
            <a:lin ang="16200000" scaled="0"/>
          </a:gradFill>
          <a:ln cap="flat" cmpd="sng" w="9525">
            <a:solidFill>
              <a:srgbClr val="BF000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D</a:t>
            </a:r>
            <a:endParaRPr sz="2400">
              <a:solidFill>
                <a:schemeClr val="dk1"/>
              </a:solidFill>
              <a:latin typeface="Calibri"/>
              <a:ea typeface="Calibri"/>
              <a:cs typeface="Calibri"/>
              <a:sym typeface="Calibri"/>
            </a:endParaRPr>
          </a:p>
        </p:txBody>
      </p:sp>
      <p:cxnSp>
        <p:nvCxnSpPr>
          <p:cNvPr id="1074" name="Google Shape;1074;p15"/>
          <p:cNvCxnSpPr/>
          <p:nvPr/>
        </p:nvCxnSpPr>
        <p:spPr>
          <a:xfrm>
            <a:off x="495388" y="1875637"/>
            <a:ext cx="3297780" cy="0"/>
          </a:xfrm>
          <a:prstGeom prst="straightConnector1">
            <a:avLst/>
          </a:prstGeom>
          <a:noFill/>
          <a:ln cap="flat" cmpd="sng" w="25400">
            <a:solidFill>
              <a:srgbClr val="FF0000"/>
            </a:solidFill>
            <a:prstDash val="solid"/>
            <a:round/>
            <a:headEnd len="sm" w="sm" type="none"/>
            <a:tailEnd len="sm" w="sm" type="none"/>
          </a:ln>
          <a:effectLst>
            <a:outerShdw blurRad="40000" rotWithShape="0" dir="5400000" dist="20000">
              <a:srgbClr val="000000">
                <a:alpha val="37647"/>
              </a:srgbClr>
            </a:outerShdw>
          </a:effectLst>
        </p:spPr>
      </p:cxnSp>
      <p:cxnSp>
        <p:nvCxnSpPr>
          <p:cNvPr id="1075" name="Google Shape;1075;p15"/>
          <p:cNvCxnSpPr/>
          <p:nvPr/>
        </p:nvCxnSpPr>
        <p:spPr>
          <a:xfrm>
            <a:off x="545373" y="2451380"/>
            <a:ext cx="3297780" cy="0"/>
          </a:xfrm>
          <a:prstGeom prst="straightConnector1">
            <a:avLst/>
          </a:prstGeom>
          <a:noFill/>
          <a:ln cap="flat" cmpd="sng" w="25400">
            <a:solidFill>
              <a:srgbClr val="FF0000"/>
            </a:solidFill>
            <a:prstDash val="solid"/>
            <a:round/>
            <a:headEnd len="sm" w="sm" type="none"/>
            <a:tailEnd len="sm" w="sm" type="none"/>
          </a:ln>
          <a:effectLst>
            <a:outerShdw blurRad="40000" rotWithShape="0" dir="5400000" dist="20000">
              <a:srgbClr val="000000">
                <a:alpha val="37647"/>
              </a:srgbClr>
            </a:outerShdw>
          </a:effectLst>
        </p:spPr>
      </p:cxnSp>
      <p:cxnSp>
        <p:nvCxnSpPr>
          <p:cNvPr id="1076" name="Google Shape;1076;p15"/>
          <p:cNvCxnSpPr>
            <a:stCxn id="1072" idx="2"/>
            <a:endCxn id="1074" idx="0"/>
          </p:cNvCxnSpPr>
          <p:nvPr/>
        </p:nvCxnSpPr>
        <p:spPr>
          <a:xfrm>
            <a:off x="2818998" y="2355788"/>
            <a:ext cx="0" cy="309300"/>
          </a:xfrm>
          <a:prstGeom prst="straightConnector1">
            <a:avLst/>
          </a:prstGeom>
          <a:noFill/>
          <a:ln cap="flat" cmpd="sng" w="25400">
            <a:solidFill>
              <a:srgbClr val="996633"/>
            </a:solidFill>
            <a:prstDash val="solid"/>
            <a:round/>
            <a:headEnd len="med" w="med" type="stealth"/>
            <a:tailEnd len="med" w="med" type="stealth"/>
          </a:ln>
          <a:effectLst>
            <a:outerShdw blurRad="40000" rotWithShape="0" dir="5400000" dist="20000">
              <a:srgbClr val="000000">
                <a:alpha val="37647"/>
              </a:srgbClr>
            </a:outerShdw>
          </a:effectLst>
        </p:spPr>
      </p:cxnSp>
      <p:cxnSp>
        <p:nvCxnSpPr>
          <p:cNvPr id="1077" name="Google Shape;1077;p15"/>
          <p:cNvCxnSpPr/>
          <p:nvPr/>
        </p:nvCxnSpPr>
        <p:spPr>
          <a:xfrm>
            <a:off x="2778031" y="2296657"/>
            <a:ext cx="0" cy="309445"/>
          </a:xfrm>
          <a:prstGeom prst="straightConnector1">
            <a:avLst/>
          </a:prstGeom>
          <a:noFill/>
          <a:ln cap="flat" cmpd="sng" w="25400">
            <a:solidFill>
              <a:srgbClr val="996633"/>
            </a:solidFill>
            <a:prstDash val="solid"/>
            <a:round/>
            <a:headEnd len="med" w="med" type="stealth"/>
            <a:tailEnd len="med" w="med" type="stealth"/>
          </a:ln>
          <a:effectLst>
            <a:outerShdw blurRad="40000" rotWithShape="0" dir="5400000" dist="20000">
              <a:srgbClr val="000000">
                <a:alpha val="37647"/>
              </a:srgbClr>
            </a:outerShdw>
          </a:effectLst>
        </p:spPr>
      </p:cxnSp>
      <p:cxnSp>
        <p:nvCxnSpPr>
          <p:cNvPr id="1078" name="Google Shape;1078;p15"/>
          <p:cNvCxnSpPr/>
          <p:nvPr/>
        </p:nvCxnSpPr>
        <p:spPr>
          <a:xfrm>
            <a:off x="1731202" y="2296657"/>
            <a:ext cx="0" cy="309445"/>
          </a:xfrm>
          <a:prstGeom prst="straightConnector1">
            <a:avLst/>
          </a:prstGeom>
          <a:noFill/>
          <a:ln cap="flat" cmpd="sng" w="25400">
            <a:solidFill>
              <a:srgbClr val="996633"/>
            </a:solidFill>
            <a:prstDash val="solid"/>
            <a:round/>
            <a:headEnd len="med" w="med" type="stealth"/>
            <a:tailEnd len="med" w="med" type="stealth"/>
          </a:ln>
          <a:effectLst>
            <a:outerShdw blurRad="40000" rotWithShape="0" dir="5400000" dist="20000">
              <a:srgbClr val="000000">
                <a:alpha val="37647"/>
              </a:srgbClr>
            </a:outerShdw>
          </a:effectLst>
        </p:spPr>
      </p:cxnSp>
      <p:sp>
        <p:nvSpPr>
          <p:cNvPr id="1079" name="Google Shape;1079;p15"/>
          <p:cNvSpPr txBox="1"/>
          <p:nvPr/>
        </p:nvSpPr>
        <p:spPr>
          <a:xfrm>
            <a:off x="6188" y="3297747"/>
            <a:ext cx="324060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Calibri"/>
                <a:ea typeface="Calibri"/>
                <a:cs typeface="Calibri"/>
                <a:sym typeface="Calibri"/>
              </a:rPr>
              <a:t>Layer Diagram </a:t>
            </a:r>
            <a:endParaRPr sz="3200">
              <a:solidFill>
                <a:schemeClr val="dk1"/>
              </a:solidFill>
              <a:latin typeface="Calibri"/>
              <a:ea typeface="Calibri"/>
              <a:cs typeface="Calibri"/>
              <a:sym typeface="Calibri"/>
            </a:endParaRPr>
          </a:p>
        </p:txBody>
      </p:sp>
      <p:cxnSp>
        <p:nvCxnSpPr>
          <p:cNvPr id="1080" name="Google Shape;1080;p15"/>
          <p:cNvCxnSpPr/>
          <p:nvPr/>
        </p:nvCxnSpPr>
        <p:spPr>
          <a:xfrm flipH="1" rot="10800000">
            <a:off x="871212" y="2296657"/>
            <a:ext cx="270200" cy="820062"/>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647"/>
              </a:srgbClr>
            </a:outerShdw>
          </a:effectLst>
        </p:spPr>
      </p:cxnSp>
      <p:pic>
        <p:nvPicPr>
          <p:cNvPr descr="bersicht über das Apache Hadoop Ökosystem" id="1081" name="Google Shape;1081;p15"/>
          <p:cNvPicPr preferRelativeResize="0"/>
          <p:nvPr/>
        </p:nvPicPr>
        <p:blipFill rotWithShape="1">
          <a:blip r:embed="rId3">
            <a:alphaModFix/>
          </a:blip>
          <a:srcRect b="0" l="0" r="0" t="0"/>
          <a:stretch/>
        </p:blipFill>
        <p:spPr>
          <a:xfrm>
            <a:off x="3945413" y="985720"/>
            <a:ext cx="7766634" cy="549128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16"/>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1"/>
              </a:buClr>
              <a:buSzPts val="3600"/>
              <a:buFont typeface="Calibri"/>
              <a:buNone/>
            </a:pPr>
            <a:r>
              <a:rPr lang="en-US"/>
              <a:t>Basic Modules of Hadoop </a:t>
            </a:r>
            <a:endParaRPr/>
          </a:p>
        </p:txBody>
      </p:sp>
      <p:sp>
        <p:nvSpPr>
          <p:cNvPr id="1088" name="Google Shape;1088;p16"/>
          <p:cNvSpPr txBox="1"/>
          <p:nvPr>
            <p:ph idx="1" type="body"/>
          </p:nvPr>
        </p:nvSpPr>
        <p:spPr>
          <a:xfrm>
            <a:off x="457200" y="1600200"/>
            <a:ext cx="8990012" cy="4525963"/>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2400"/>
              <a:buChar char="•"/>
            </a:pPr>
            <a:r>
              <a:rPr lang="en-US" sz="2400"/>
              <a:t>Hadoop Common: libraries and utilities </a:t>
            </a:r>
            <a:r>
              <a:rPr lang="en-US" sz="2400">
                <a:latin typeface="Calibri"/>
                <a:ea typeface="Calibri"/>
                <a:cs typeface="Calibri"/>
                <a:sym typeface="Calibri"/>
              </a:rPr>
              <a:t>needed</a:t>
            </a:r>
            <a:r>
              <a:rPr lang="en-US" sz="2400"/>
              <a:t> </a:t>
            </a:r>
            <a:r>
              <a:rPr lang="en-US" sz="2400">
                <a:latin typeface="Calibri"/>
                <a:ea typeface="Calibri"/>
                <a:cs typeface="Calibri"/>
                <a:sym typeface="Calibri"/>
              </a:rPr>
              <a:t>for Hadoop cluster</a:t>
            </a:r>
            <a:endParaRPr sz="2400">
              <a:latin typeface="Calibri"/>
              <a:ea typeface="Calibri"/>
              <a:cs typeface="Calibri"/>
              <a:sym typeface="Calibri"/>
            </a:endParaRPr>
          </a:p>
          <a:p>
            <a:pPr indent="-457120" lvl="0" marL="457120" rtl="0" algn="l">
              <a:spcBef>
                <a:spcPts val="480"/>
              </a:spcBef>
              <a:spcAft>
                <a:spcPts val="0"/>
              </a:spcAft>
              <a:buClr>
                <a:schemeClr val="dk1"/>
              </a:buClr>
              <a:buSzPts val="2400"/>
              <a:buChar char="•"/>
            </a:pPr>
            <a:r>
              <a:rPr lang="en-US" sz="2400">
                <a:latin typeface="Calibri"/>
                <a:ea typeface="Calibri"/>
                <a:cs typeface="Calibri"/>
                <a:sym typeface="Calibri"/>
              </a:rPr>
              <a:t>Storage: </a:t>
            </a:r>
            <a:r>
              <a:rPr lang="en-US" sz="2400"/>
              <a:t>Distributed File System (HDFS)</a:t>
            </a:r>
            <a:endParaRPr/>
          </a:p>
          <a:p>
            <a:pPr indent="-457120" lvl="0" marL="457120" rtl="0" algn="l">
              <a:spcBef>
                <a:spcPts val="480"/>
              </a:spcBef>
              <a:spcAft>
                <a:spcPts val="0"/>
              </a:spcAft>
              <a:buClr>
                <a:schemeClr val="dk1"/>
              </a:buClr>
              <a:buSzPts val="2400"/>
              <a:buChar char="•"/>
            </a:pPr>
            <a:r>
              <a:rPr lang="en-US" sz="2400">
                <a:latin typeface="Calibri"/>
                <a:ea typeface="Calibri"/>
                <a:cs typeface="Calibri"/>
                <a:sym typeface="Calibri"/>
              </a:rPr>
              <a:t>Resource management</a:t>
            </a:r>
            <a:r>
              <a:rPr lang="en-US" sz="2400"/>
              <a:t>: YARN</a:t>
            </a:r>
            <a:endParaRPr/>
          </a:p>
          <a:p>
            <a:pPr indent="-457120" lvl="0" marL="457120" rtl="0" algn="l">
              <a:spcBef>
                <a:spcPts val="480"/>
              </a:spcBef>
              <a:spcAft>
                <a:spcPts val="0"/>
              </a:spcAft>
              <a:buClr>
                <a:schemeClr val="dk1"/>
              </a:buClr>
              <a:buSzPts val="2400"/>
              <a:buChar char="•"/>
            </a:pPr>
            <a:r>
              <a:rPr lang="en-US" sz="2400">
                <a:latin typeface="Calibri"/>
                <a:ea typeface="Calibri"/>
                <a:cs typeface="Calibri"/>
                <a:sym typeface="Calibri"/>
              </a:rPr>
              <a:t>Processing mechanism: </a:t>
            </a:r>
            <a:r>
              <a:rPr lang="en-US" sz="2400"/>
              <a:t>Map-Reduce</a:t>
            </a:r>
            <a:endParaRPr sz="2400"/>
          </a:p>
        </p:txBody>
      </p:sp>
      <p:sp>
        <p:nvSpPr>
          <p:cNvPr id="1089" name="Google Shape;1089;p16"/>
          <p:cNvSpPr/>
          <p:nvPr/>
        </p:nvSpPr>
        <p:spPr>
          <a:xfrm>
            <a:off x="1010500" y="3379923"/>
            <a:ext cx="7469904" cy="3360720"/>
          </a:xfrm>
          <a:prstGeom prst="rect">
            <a:avLst/>
          </a:prstGeom>
          <a:solidFill>
            <a:srgbClr val="79FEB4"/>
          </a:solidFill>
          <a:ln cap="flat" cmpd="sng" w="9525">
            <a:solidFill>
              <a:srgbClr val="00843B"/>
            </a:solidFill>
            <a:prstDash val="solid"/>
            <a:round/>
            <a:headEnd len="sm" w="sm" type="none"/>
            <a:tailEnd len="sm" w="sm" type="none"/>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700">
              <a:solidFill>
                <a:schemeClr val="dk1"/>
              </a:solidFill>
              <a:latin typeface="Calibri"/>
              <a:ea typeface="Calibri"/>
              <a:cs typeface="Calibri"/>
              <a:sym typeface="Calibri"/>
            </a:endParaRPr>
          </a:p>
        </p:txBody>
      </p:sp>
      <p:sp>
        <p:nvSpPr>
          <p:cNvPr id="1090" name="Google Shape;1090;p16"/>
          <p:cNvSpPr/>
          <p:nvPr/>
        </p:nvSpPr>
        <p:spPr>
          <a:xfrm>
            <a:off x="1890975" y="4230472"/>
            <a:ext cx="3563843" cy="663443"/>
          </a:xfrm>
          <a:prstGeom prst="rect">
            <a:avLst/>
          </a:prstGeom>
          <a:gradFill>
            <a:gsLst>
              <a:gs pos="0">
                <a:srgbClr val="009438"/>
              </a:gs>
              <a:gs pos="80000">
                <a:srgbClr val="00C34A"/>
              </a:gs>
              <a:gs pos="100000">
                <a:srgbClr val="00C84A"/>
              </a:gs>
            </a:gsLst>
            <a:lin ang="16200000" scaled="0"/>
          </a:gradFill>
          <a:ln cap="flat" cmpd="sng" w="9525">
            <a:solidFill>
              <a:srgbClr val="00AF4D"/>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Map-Reduce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Distributed Processing</a:t>
            </a:r>
            <a:endParaRPr sz="1800">
              <a:solidFill>
                <a:schemeClr val="dk1"/>
              </a:solidFill>
              <a:latin typeface="Calibri"/>
              <a:ea typeface="Calibri"/>
              <a:cs typeface="Calibri"/>
              <a:sym typeface="Calibri"/>
            </a:endParaRPr>
          </a:p>
        </p:txBody>
      </p:sp>
      <p:sp>
        <p:nvSpPr>
          <p:cNvPr id="1091" name="Google Shape;1091;p16"/>
          <p:cNvSpPr/>
          <p:nvPr/>
        </p:nvSpPr>
        <p:spPr>
          <a:xfrm>
            <a:off x="1366248" y="5638425"/>
            <a:ext cx="6424752" cy="867944"/>
          </a:xfrm>
          <a:prstGeom prst="rect">
            <a:avLst/>
          </a:prstGeom>
          <a:gradFill>
            <a:gsLst>
              <a:gs pos="0">
                <a:srgbClr val="FF9192"/>
              </a:gs>
              <a:gs pos="35000">
                <a:srgbClr val="FFB4B4"/>
              </a:gs>
              <a:gs pos="100000">
                <a:srgbClr val="FFE0E0"/>
              </a:gs>
            </a:gsLst>
            <a:lin ang="16200000" scaled="0"/>
          </a:gradFill>
          <a:ln cap="flat" cmpd="sng" w="9525">
            <a:solidFill>
              <a:srgbClr val="BF0000"/>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HDFS Distributed File System (Storage)</a:t>
            </a:r>
            <a:endParaRPr sz="1800">
              <a:solidFill>
                <a:schemeClr val="dk1"/>
              </a:solidFill>
              <a:latin typeface="Calibri"/>
              <a:ea typeface="Calibri"/>
              <a:cs typeface="Calibri"/>
              <a:sym typeface="Calibri"/>
            </a:endParaRPr>
          </a:p>
        </p:txBody>
      </p:sp>
      <p:sp>
        <p:nvSpPr>
          <p:cNvPr id="1092" name="Google Shape;1092;p16"/>
          <p:cNvSpPr/>
          <p:nvPr/>
        </p:nvSpPr>
        <p:spPr>
          <a:xfrm>
            <a:off x="1366248" y="3478163"/>
            <a:ext cx="914039" cy="2160262"/>
          </a:xfrm>
          <a:prstGeom prst="rect">
            <a:avLst/>
          </a:prstGeom>
          <a:gradFill>
            <a:gsLst>
              <a:gs pos="0">
                <a:srgbClr val="A66664"/>
              </a:gs>
              <a:gs pos="80000">
                <a:srgbClr val="DA8785"/>
              </a:gs>
              <a:gs pos="100000">
                <a:srgbClr val="DD8583"/>
              </a:gs>
            </a:gsLst>
            <a:lin ang="16200000" scaled="0"/>
          </a:gradFill>
          <a:ln cap="flat" cmpd="sng" w="9525">
            <a:solidFill>
              <a:srgbClr val="D4908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16"/>
          <p:cNvSpPr txBox="1"/>
          <p:nvPr/>
        </p:nvSpPr>
        <p:spPr>
          <a:xfrm rot="5400000">
            <a:off x="743114" y="4101262"/>
            <a:ext cx="2160262" cy="914039"/>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700">
                <a:solidFill>
                  <a:schemeClr val="dk1"/>
                </a:solidFill>
                <a:latin typeface="Calibri"/>
                <a:ea typeface="Calibri"/>
                <a:cs typeface="Calibri"/>
                <a:sym typeface="Calibri"/>
              </a:rPr>
              <a:t>HBase</a:t>
            </a:r>
            <a:endParaRPr sz="1700">
              <a:solidFill>
                <a:schemeClr val="dk1"/>
              </a:solidFill>
              <a:latin typeface="Calibri"/>
              <a:ea typeface="Calibri"/>
              <a:cs typeface="Calibri"/>
              <a:sym typeface="Calibri"/>
            </a:endParaRPr>
          </a:p>
          <a:p>
            <a:pPr indent="0" lvl="0" marL="0" marR="0" rtl="0" algn="ctr">
              <a:spcBef>
                <a:spcPts val="0"/>
              </a:spcBef>
              <a:spcAft>
                <a:spcPts val="0"/>
              </a:spcAft>
              <a:buNone/>
            </a:pPr>
            <a:r>
              <a:rPr lang="en-US" sz="1700">
                <a:solidFill>
                  <a:schemeClr val="dk1"/>
                </a:solidFill>
                <a:latin typeface="Calibri"/>
                <a:ea typeface="Calibri"/>
                <a:cs typeface="Calibri"/>
                <a:sym typeface="Calibri"/>
              </a:rPr>
              <a:t>Non-relational Database</a:t>
            </a:r>
            <a:endParaRPr sz="1700">
              <a:solidFill>
                <a:schemeClr val="dk1"/>
              </a:solidFill>
              <a:latin typeface="Calibri"/>
              <a:ea typeface="Calibri"/>
              <a:cs typeface="Calibri"/>
              <a:sym typeface="Calibri"/>
            </a:endParaRPr>
          </a:p>
        </p:txBody>
      </p:sp>
      <p:sp>
        <p:nvSpPr>
          <p:cNvPr id="1094" name="Google Shape;1094;p16"/>
          <p:cNvSpPr/>
          <p:nvPr/>
        </p:nvSpPr>
        <p:spPr>
          <a:xfrm>
            <a:off x="2280286" y="4893916"/>
            <a:ext cx="5482808" cy="734888"/>
          </a:xfrm>
          <a:prstGeom prst="rect">
            <a:avLst/>
          </a:prstGeom>
          <a:gradFill>
            <a:gsLst>
              <a:gs pos="0">
                <a:srgbClr val="008DCA"/>
              </a:gs>
              <a:gs pos="80000">
                <a:srgbClr val="00BAFF"/>
              </a:gs>
              <a:gs pos="100000">
                <a:srgbClr val="00BEFF"/>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Yarn</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Resource Manager </a:t>
            </a:r>
            <a:endParaRPr sz="1800">
              <a:solidFill>
                <a:schemeClr val="dk1"/>
              </a:solidFill>
              <a:latin typeface="Calibri"/>
              <a:ea typeface="Calibri"/>
              <a:cs typeface="Calibri"/>
              <a:sym typeface="Calibri"/>
            </a:endParaRPr>
          </a:p>
        </p:txBody>
      </p:sp>
      <p:sp>
        <p:nvSpPr>
          <p:cNvPr id="1095" name="Google Shape;1095;p16"/>
          <p:cNvSpPr/>
          <p:nvPr/>
        </p:nvSpPr>
        <p:spPr>
          <a:xfrm>
            <a:off x="2290507" y="3478162"/>
            <a:ext cx="1452843" cy="731268"/>
          </a:xfrm>
          <a:prstGeom prst="rect">
            <a:avLst/>
          </a:prstGeom>
          <a:gradFill>
            <a:gsLst>
              <a:gs pos="0">
                <a:srgbClr val="91B9FF"/>
              </a:gs>
              <a:gs pos="35000">
                <a:srgbClr val="B4CCFF"/>
              </a:gs>
              <a:gs pos="100000">
                <a:srgbClr val="E0EBFF"/>
              </a:gs>
            </a:gsLst>
            <a:lin ang="16200000" scaled="0"/>
          </a:gradFill>
          <a:ln cap="flat" cmpd="sng" w="9525">
            <a:solidFill>
              <a:srgbClr val="006DBF"/>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700">
                <a:solidFill>
                  <a:schemeClr val="dk1"/>
                </a:solidFill>
                <a:latin typeface="Calibri"/>
                <a:ea typeface="Calibri"/>
                <a:cs typeface="Calibri"/>
                <a:sym typeface="Calibri"/>
              </a:rPr>
              <a:t>Pig</a:t>
            </a:r>
            <a:endParaRPr/>
          </a:p>
          <a:p>
            <a:pPr indent="0" lvl="0" marL="0" marR="0" rtl="0" algn="ctr">
              <a:spcBef>
                <a:spcPts val="0"/>
              </a:spcBef>
              <a:spcAft>
                <a:spcPts val="0"/>
              </a:spcAft>
              <a:buNone/>
            </a:pPr>
            <a:r>
              <a:rPr lang="en-US" sz="1700">
                <a:solidFill>
                  <a:schemeClr val="dk1"/>
                </a:solidFill>
                <a:latin typeface="Calibri"/>
                <a:ea typeface="Calibri"/>
                <a:cs typeface="Calibri"/>
                <a:sym typeface="Calibri"/>
              </a:rPr>
              <a:t>Scripting</a:t>
            </a:r>
            <a:endParaRPr sz="1700">
              <a:solidFill>
                <a:schemeClr val="dk1"/>
              </a:solidFill>
              <a:latin typeface="Calibri"/>
              <a:ea typeface="Calibri"/>
              <a:cs typeface="Calibri"/>
              <a:sym typeface="Calibri"/>
            </a:endParaRPr>
          </a:p>
        </p:txBody>
      </p:sp>
      <p:sp>
        <p:nvSpPr>
          <p:cNvPr id="1096" name="Google Shape;1096;p16"/>
          <p:cNvSpPr/>
          <p:nvPr/>
        </p:nvSpPr>
        <p:spPr>
          <a:xfrm>
            <a:off x="3768628" y="3466241"/>
            <a:ext cx="1687359" cy="745170"/>
          </a:xfrm>
          <a:prstGeom prst="rect">
            <a:avLst/>
          </a:prstGeom>
          <a:gradFill>
            <a:gsLst>
              <a:gs pos="0">
                <a:srgbClr val="91B9FF"/>
              </a:gs>
              <a:gs pos="35000">
                <a:srgbClr val="B4CCFF"/>
              </a:gs>
              <a:gs pos="100000">
                <a:srgbClr val="E0EBFF"/>
              </a:gs>
            </a:gsLst>
            <a:lin ang="16200000" scaled="0"/>
          </a:gradFill>
          <a:ln cap="flat" cmpd="sng" w="9525">
            <a:solidFill>
              <a:srgbClr val="006DBF"/>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700">
                <a:solidFill>
                  <a:schemeClr val="dk1"/>
                </a:solidFill>
                <a:latin typeface="Calibri"/>
                <a:ea typeface="Calibri"/>
                <a:cs typeface="Calibri"/>
                <a:sym typeface="Calibri"/>
              </a:rPr>
              <a:t>Hive</a:t>
            </a:r>
            <a:endParaRPr/>
          </a:p>
          <a:p>
            <a:pPr indent="0" lvl="0" marL="0" marR="0" rtl="0" algn="ctr">
              <a:spcBef>
                <a:spcPts val="0"/>
              </a:spcBef>
              <a:spcAft>
                <a:spcPts val="0"/>
              </a:spcAft>
              <a:buNone/>
            </a:pPr>
            <a:r>
              <a:rPr lang="en-US" sz="1700">
                <a:solidFill>
                  <a:schemeClr val="dk1"/>
                </a:solidFill>
                <a:latin typeface="Calibri"/>
                <a:ea typeface="Calibri"/>
                <a:cs typeface="Calibri"/>
                <a:sym typeface="Calibri"/>
              </a:rPr>
              <a:t>SQL Like Query</a:t>
            </a:r>
            <a:endParaRPr sz="1700">
              <a:solidFill>
                <a:schemeClr val="dk1"/>
              </a:solidFill>
              <a:latin typeface="Calibri"/>
              <a:ea typeface="Calibri"/>
              <a:cs typeface="Calibri"/>
              <a:sym typeface="Calibri"/>
            </a:endParaRPr>
          </a:p>
        </p:txBody>
      </p:sp>
      <p:sp>
        <p:nvSpPr>
          <p:cNvPr id="1097" name="Google Shape;1097;p16"/>
          <p:cNvSpPr/>
          <p:nvPr/>
        </p:nvSpPr>
        <p:spPr>
          <a:xfrm>
            <a:off x="6968088" y="2576751"/>
            <a:ext cx="3774524" cy="726793"/>
          </a:xfrm>
          <a:custGeom>
            <a:rect b="b" l="l" r="r" t="t"/>
            <a:pathLst>
              <a:path extrusionOk="0" h="120000" w="120000">
                <a:moveTo>
                  <a:pt x="0" y="0"/>
                </a:moveTo>
                <a:lnTo>
                  <a:pt x="120000" y="0"/>
                </a:lnTo>
                <a:lnTo>
                  <a:pt x="120000" y="120000"/>
                </a:lnTo>
                <a:lnTo>
                  <a:pt x="0" y="120000"/>
                </a:lnTo>
                <a:close/>
              </a:path>
              <a:path extrusionOk="0" fill="none" h="120000" w="120000">
                <a:moveTo>
                  <a:pt x="102827" y="119977"/>
                </a:moveTo>
                <a:lnTo>
                  <a:pt x="102610" y="125382"/>
                </a:lnTo>
              </a:path>
            </a:pathLst>
          </a:custGeom>
          <a:gradFill>
            <a:gsLst>
              <a:gs pos="0">
                <a:srgbClr val="FFED74"/>
              </a:gs>
              <a:gs pos="35000">
                <a:srgbClr val="FFF09F"/>
              </a:gs>
              <a:gs pos="100000">
                <a:srgbClr val="FFF9D6"/>
              </a:gs>
            </a:gsLst>
            <a:lin ang="16200000" scaled="0"/>
          </a:gradFill>
          <a:ln cap="flat" cmpd="sng" w="9525">
            <a:solidFill>
              <a:srgbClr val="FFBE00"/>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Other Modules: Zookeeper, Impala, Oozie,  etc.</a:t>
            </a:r>
            <a:endParaRPr sz="1800">
              <a:solidFill>
                <a:schemeClr val="dk1"/>
              </a:solidFill>
              <a:latin typeface="Calibri"/>
              <a:ea typeface="Calibri"/>
              <a:cs typeface="Calibri"/>
              <a:sym typeface="Calibri"/>
            </a:endParaRPr>
          </a:p>
        </p:txBody>
      </p:sp>
      <p:sp>
        <p:nvSpPr>
          <p:cNvPr id="1098" name="Google Shape;1098;p16"/>
          <p:cNvSpPr/>
          <p:nvPr/>
        </p:nvSpPr>
        <p:spPr>
          <a:xfrm>
            <a:off x="5480096" y="4220851"/>
            <a:ext cx="2282998" cy="653523"/>
          </a:xfrm>
          <a:prstGeom prst="rect">
            <a:avLst/>
          </a:prstGeom>
          <a:solidFill>
            <a:srgbClr val="FFFF66"/>
          </a:solidFill>
          <a:ln cap="flat" cmpd="sng" w="9525">
            <a:solidFill>
              <a:srgbClr val="FFFF6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700">
                <a:solidFill>
                  <a:schemeClr val="dk1"/>
                </a:solidFill>
                <a:latin typeface="Calibri"/>
                <a:ea typeface="Calibri"/>
                <a:cs typeface="Calibri"/>
                <a:sym typeface="Calibri"/>
              </a:rPr>
              <a:t>Others </a:t>
            </a:r>
            <a:endParaRPr/>
          </a:p>
          <a:p>
            <a:pPr indent="0" lvl="0" marL="0" marR="0" rtl="0" algn="ctr">
              <a:spcBef>
                <a:spcPts val="0"/>
              </a:spcBef>
              <a:spcAft>
                <a:spcPts val="0"/>
              </a:spcAft>
              <a:buNone/>
            </a:pPr>
            <a:r>
              <a:rPr lang="en-US" sz="1700">
                <a:solidFill>
                  <a:schemeClr val="dk1"/>
                </a:solidFill>
                <a:latin typeface="Calibri"/>
                <a:ea typeface="Calibri"/>
                <a:cs typeface="Calibri"/>
                <a:sym typeface="Calibri"/>
              </a:rPr>
              <a:t>Distributed Processing</a:t>
            </a:r>
            <a:endParaRPr sz="1700">
              <a:solidFill>
                <a:schemeClr val="dk1"/>
              </a:solidFill>
              <a:latin typeface="Calibri"/>
              <a:ea typeface="Calibri"/>
              <a:cs typeface="Calibri"/>
              <a:sym typeface="Calibri"/>
            </a:endParaRPr>
          </a:p>
        </p:txBody>
      </p:sp>
      <p:sp>
        <p:nvSpPr>
          <p:cNvPr id="1099" name="Google Shape;1099;p16"/>
          <p:cNvSpPr/>
          <p:nvPr/>
        </p:nvSpPr>
        <p:spPr>
          <a:xfrm>
            <a:off x="5820083" y="3403072"/>
            <a:ext cx="2103129" cy="664523"/>
          </a:xfrm>
          <a:prstGeom prst="roundRect">
            <a:avLst>
              <a:gd fmla="val 16667" name="adj"/>
            </a:avLst>
          </a:prstGeom>
          <a:gradFill>
            <a:gsLst>
              <a:gs pos="0">
                <a:srgbClr val="98FEAC"/>
              </a:gs>
              <a:gs pos="35000">
                <a:srgbClr val="B8FDC4"/>
              </a:gs>
              <a:gs pos="100000">
                <a:srgbClr val="E3FFE6"/>
              </a:gs>
            </a:gsLst>
            <a:lin ang="16200000" scaled="0"/>
          </a:gradFill>
          <a:ln cap="flat" cmpd="sng" w="9525">
            <a:solidFill>
              <a:srgbClr val="00AF4D"/>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Spark, Storm, Tez, etc.</a:t>
            </a:r>
            <a:endParaRPr sz="2400">
              <a:solidFill>
                <a:schemeClr val="dk1"/>
              </a:solidFill>
              <a:latin typeface="Calibri"/>
              <a:ea typeface="Calibri"/>
              <a:cs typeface="Calibri"/>
              <a:sym typeface="Calibri"/>
            </a:endParaRPr>
          </a:p>
        </p:txBody>
      </p:sp>
      <p:cxnSp>
        <p:nvCxnSpPr>
          <p:cNvPr id="1100" name="Google Shape;1100;p16"/>
          <p:cNvCxnSpPr/>
          <p:nvPr/>
        </p:nvCxnSpPr>
        <p:spPr>
          <a:xfrm flipH="1">
            <a:off x="6094412" y="3791682"/>
            <a:ext cx="158745" cy="530124"/>
          </a:xfrm>
          <a:prstGeom prst="straightConnector1">
            <a:avLst/>
          </a:prstGeom>
          <a:noFill/>
          <a:ln cap="flat" cmpd="sng" w="25400">
            <a:solidFill>
              <a:schemeClr val="accent2"/>
            </a:solidFill>
            <a:prstDash val="solid"/>
            <a:round/>
            <a:headEnd len="med" w="med" type="stealth"/>
            <a:tailEnd len="med" w="med" type="stealth"/>
          </a:ln>
          <a:effectLst>
            <a:outerShdw blurRad="40000" rotWithShape="0" dir="5400000" dist="20000">
              <a:srgbClr val="000000">
                <a:alpha val="37647"/>
              </a:srgbClr>
            </a:outerShdw>
          </a:effectLst>
        </p:spPr>
      </p:cxnSp>
      <p:cxnSp>
        <p:nvCxnSpPr>
          <p:cNvPr id="1101" name="Google Shape;1101;p16"/>
          <p:cNvCxnSpPr/>
          <p:nvPr/>
        </p:nvCxnSpPr>
        <p:spPr>
          <a:xfrm flipH="1">
            <a:off x="7788372" y="3303544"/>
            <a:ext cx="894530" cy="2085366"/>
          </a:xfrm>
          <a:prstGeom prst="straightConnector1">
            <a:avLst/>
          </a:prstGeom>
          <a:noFill/>
          <a:ln cap="flat" cmpd="sng" w="25400">
            <a:solidFill>
              <a:schemeClr val="accent2"/>
            </a:solidFill>
            <a:prstDash val="solid"/>
            <a:round/>
            <a:headEnd len="med" w="med" type="stealth"/>
            <a:tailEnd len="med" w="med" type="stealth"/>
          </a:ln>
          <a:effectLst>
            <a:outerShdw blurRad="40000" rotWithShape="0" dir="5400000" dist="20000">
              <a:srgbClr val="000000">
                <a:alpha val="37647"/>
              </a:srgbClr>
            </a:outerShdw>
          </a:effectLst>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17"/>
          <p:cNvSpPr txBox="1"/>
          <p:nvPr/>
        </p:nvSpPr>
        <p:spPr>
          <a:xfrm>
            <a:off x="2817812" y="2971800"/>
            <a:ext cx="7230208"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000">
                <a:solidFill>
                  <a:schemeClr val="lt1"/>
                </a:solidFill>
                <a:latin typeface="Calibri"/>
                <a:ea typeface="Calibri"/>
                <a:cs typeface="Calibri"/>
                <a:sym typeface="Calibri"/>
              </a:rPr>
              <a:t>Computational Challenging</a:t>
            </a:r>
            <a:endParaRPr/>
          </a:p>
          <a:p>
            <a:pPr indent="0" lvl="0" marL="0" marR="0" rtl="0" algn="ctr">
              <a:spcBef>
                <a:spcPts val="0"/>
              </a:spcBef>
              <a:spcAft>
                <a:spcPts val="0"/>
              </a:spcAft>
              <a:buNone/>
            </a:pPr>
            <a:r>
              <a:rPr lang="en-US" sz="4000">
                <a:solidFill>
                  <a:schemeClr val="lt1"/>
                </a:solidFill>
                <a:latin typeface="Calibri"/>
                <a:ea typeface="Calibri"/>
                <a:cs typeface="Calibri"/>
                <a:sym typeface="Calibri"/>
              </a:rPr>
              <a:t>On the road to Map - Reduce</a:t>
            </a:r>
            <a:endParaRPr sz="4000">
              <a:solidFill>
                <a:schemeClr val="lt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18"/>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Cluster computing challenges</a:t>
            </a:r>
            <a:endParaRPr/>
          </a:p>
        </p:txBody>
      </p:sp>
      <p:sp>
        <p:nvSpPr>
          <p:cNvPr id="1114" name="Google Shape;1114;p18"/>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How to split work across machines?</a:t>
            </a:r>
            <a:endParaRPr/>
          </a:p>
          <a:p>
            <a:pPr indent="-457120" lvl="0" marL="457120" rtl="0" algn="l">
              <a:spcBef>
                <a:spcPts val="720"/>
              </a:spcBef>
              <a:spcAft>
                <a:spcPts val="0"/>
              </a:spcAft>
              <a:buClr>
                <a:schemeClr val="dk1"/>
              </a:buClr>
              <a:buSzPts val="3600"/>
              <a:buChar char="•"/>
            </a:pPr>
            <a:r>
              <a:rPr lang="en-US"/>
              <a:t>How to deal with failures?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19"/>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Counting example</a:t>
            </a:r>
            <a:r>
              <a:rPr lang="en-US"/>
              <a:t> </a:t>
            </a:r>
            <a:endParaRPr/>
          </a:p>
        </p:txBody>
      </p:sp>
      <p:pic>
        <p:nvPicPr>
          <p:cNvPr id="1121" name="Google Shape;1121;p19"/>
          <p:cNvPicPr preferRelativeResize="0"/>
          <p:nvPr>
            <p:ph idx="1" type="body"/>
          </p:nvPr>
        </p:nvPicPr>
        <p:blipFill rotWithShape="1">
          <a:blip r:embed="rId3">
            <a:alphaModFix/>
          </a:blip>
          <a:srcRect b="0" l="0" r="0" t="0"/>
          <a:stretch/>
        </p:blipFill>
        <p:spPr>
          <a:xfrm>
            <a:off x="912812" y="1719695"/>
            <a:ext cx="1551264" cy="3842905"/>
          </a:xfrm>
          <a:prstGeom prst="rect">
            <a:avLst/>
          </a:prstGeom>
          <a:noFill/>
          <a:ln>
            <a:noFill/>
          </a:ln>
        </p:spPr>
      </p:pic>
      <p:cxnSp>
        <p:nvCxnSpPr>
          <p:cNvPr id="1122" name="Google Shape;1122;p19"/>
          <p:cNvCxnSpPr/>
          <p:nvPr/>
        </p:nvCxnSpPr>
        <p:spPr>
          <a:xfrm>
            <a:off x="684212" y="2667000"/>
            <a:ext cx="2057400" cy="0"/>
          </a:xfrm>
          <a:prstGeom prst="straightConnector1">
            <a:avLst/>
          </a:prstGeom>
          <a:noFill/>
          <a:ln cap="flat" cmpd="sng" w="9525">
            <a:solidFill>
              <a:srgbClr val="006DBF"/>
            </a:solidFill>
            <a:prstDash val="solid"/>
            <a:round/>
            <a:headEnd len="sm" w="sm" type="none"/>
            <a:tailEnd len="sm" w="sm" type="none"/>
          </a:ln>
        </p:spPr>
      </p:cxnSp>
      <p:cxnSp>
        <p:nvCxnSpPr>
          <p:cNvPr id="1123" name="Google Shape;1123;p19"/>
          <p:cNvCxnSpPr/>
          <p:nvPr/>
        </p:nvCxnSpPr>
        <p:spPr>
          <a:xfrm>
            <a:off x="684212" y="3657600"/>
            <a:ext cx="2057400" cy="0"/>
          </a:xfrm>
          <a:prstGeom prst="straightConnector1">
            <a:avLst/>
          </a:prstGeom>
          <a:noFill/>
          <a:ln cap="flat" cmpd="sng" w="9525">
            <a:solidFill>
              <a:srgbClr val="006DBF"/>
            </a:solidFill>
            <a:prstDash val="solid"/>
            <a:round/>
            <a:headEnd len="sm" w="sm" type="none"/>
            <a:tailEnd len="sm" w="sm" type="none"/>
          </a:ln>
        </p:spPr>
      </p:cxnSp>
      <p:cxnSp>
        <p:nvCxnSpPr>
          <p:cNvPr id="1124" name="Google Shape;1124;p19"/>
          <p:cNvCxnSpPr/>
          <p:nvPr/>
        </p:nvCxnSpPr>
        <p:spPr>
          <a:xfrm>
            <a:off x="684212" y="4495800"/>
            <a:ext cx="2057400" cy="0"/>
          </a:xfrm>
          <a:prstGeom prst="straightConnector1">
            <a:avLst/>
          </a:prstGeom>
          <a:noFill/>
          <a:ln cap="flat" cmpd="sng" w="9525">
            <a:solidFill>
              <a:srgbClr val="006DBF"/>
            </a:solidFill>
            <a:prstDash val="solid"/>
            <a:round/>
            <a:headEnd len="sm" w="sm" type="none"/>
            <a:tailEnd len="sm" w="sm" type="none"/>
          </a:ln>
        </p:spPr>
      </p:cxnSp>
      <p:sp>
        <p:nvSpPr>
          <p:cNvPr id="1125" name="Google Shape;1125;p19"/>
          <p:cNvSpPr/>
          <p:nvPr/>
        </p:nvSpPr>
        <p:spPr>
          <a:xfrm>
            <a:off x="3275012" y="1953768"/>
            <a:ext cx="978408" cy="484632"/>
          </a:xfrm>
          <a:prstGeom prst="righ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126" name="Google Shape;1126;p19"/>
          <p:cNvSpPr/>
          <p:nvPr/>
        </p:nvSpPr>
        <p:spPr>
          <a:xfrm>
            <a:off x="3275012" y="2971800"/>
            <a:ext cx="978408" cy="484632"/>
          </a:xfrm>
          <a:prstGeom prst="righ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127" name="Google Shape;1127;p19"/>
          <p:cNvSpPr/>
          <p:nvPr/>
        </p:nvSpPr>
        <p:spPr>
          <a:xfrm>
            <a:off x="3287204" y="3886200"/>
            <a:ext cx="978408" cy="484632"/>
          </a:xfrm>
          <a:prstGeom prst="righ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128" name="Google Shape;1128;p19"/>
          <p:cNvSpPr/>
          <p:nvPr/>
        </p:nvSpPr>
        <p:spPr>
          <a:xfrm>
            <a:off x="3287204" y="4773168"/>
            <a:ext cx="978408" cy="484632"/>
          </a:xfrm>
          <a:prstGeom prst="righ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129" name="Google Shape;1129;p19"/>
          <p:cNvSpPr txBox="1"/>
          <p:nvPr/>
        </p:nvSpPr>
        <p:spPr>
          <a:xfrm>
            <a:off x="4673015" y="1495253"/>
            <a:ext cx="34977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 </a:t>
            </a:r>
            <a:endParaRPr/>
          </a:p>
        </p:txBody>
      </p:sp>
      <p:sp>
        <p:nvSpPr>
          <p:cNvPr id="1130" name="Google Shape;1130;p19"/>
          <p:cNvSpPr txBox="1"/>
          <p:nvPr/>
        </p:nvSpPr>
        <p:spPr>
          <a:xfrm>
            <a:off x="4986702" y="1519535"/>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a:t>
            </a:r>
            <a:endParaRPr/>
          </a:p>
        </p:txBody>
      </p:sp>
      <p:pic>
        <p:nvPicPr>
          <p:cNvPr id="1131" name="Google Shape;1131;p19"/>
          <p:cNvPicPr preferRelativeResize="0"/>
          <p:nvPr/>
        </p:nvPicPr>
        <p:blipFill rotWithShape="1">
          <a:blip r:embed="rId4">
            <a:alphaModFix/>
          </a:blip>
          <a:srcRect b="0" l="0" r="0" t="0"/>
          <a:stretch/>
        </p:blipFill>
        <p:spPr>
          <a:xfrm>
            <a:off x="4875212" y="1990725"/>
            <a:ext cx="266700" cy="219075"/>
          </a:xfrm>
          <a:prstGeom prst="rect">
            <a:avLst/>
          </a:prstGeom>
          <a:noFill/>
          <a:ln>
            <a:noFill/>
          </a:ln>
        </p:spPr>
      </p:pic>
      <p:sp>
        <p:nvSpPr>
          <p:cNvPr id="1132" name="Google Shape;1132;p19"/>
          <p:cNvSpPr txBox="1"/>
          <p:nvPr/>
        </p:nvSpPr>
        <p:spPr>
          <a:xfrm>
            <a:off x="4986702" y="1828800"/>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133" name="Google Shape;1133;p19"/>
          <p:cNvSpPr txBox="1"/>
          <p:nvPr/>
        </p:nvSpPr>
        <p:spPr>
          <a:xfrm>
            <a:off x="4875212" y="2057400"/>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pic>
        <p:nvPicPr>
          <p:cNvPr id="1134" name="Google Shape;1134;p19"/>
          <p:cNvPicPr preferRelativeResize="0"/>
          <p:nvPr/>
        </p:nvPicPr>
        <p:blipFill rotWithShape="1">
          <a:blip r:embed="rId5">
            <a:alphaModFix/>
          </a:blip>
          <a:srcRect b="0" l="0" r="0" t="0"/>
          <a:stretch/>
        </p:blipFill>
        <p:spPr>
          <a:xfrm>
            <a:off x="4884737" y="1600200"/>
            <a:ext cx="219075" cy="257175"/>
          </a:xfrm>
          <a:prstGeom prst="rect">
            <a:avLst/>
          </a:prstGeom>
          <a:noFill/>
          <a:ln>
            <a:noFill/>
          </a:ln>
        </p:spPr>
      </p:pic>
      <p:pic>
        <p:nvPicPr>
          <p:cNvPr id="1135" name="Google Shape;1135;p19"/>
          <p:cNvPicPr preferRelativeResize="0"/>
          <p:nvPr/>
        </p:nvPicPr>
        <p:blipFill rotWithShape="1">
          <a:blip r:embed="rId5">
            <a:alphaModFix/>
          </a:blip>
          <a:srcRect b="0" l="0" r="0" t="0"/>
          <a:stretch/>
        </p:blipFill>
        <p:spPr>
          <a:xfrm>
            <a:off x="4875212" y="2971800"/>
            <a:ext cx="219075" cy="257175"/>
          </a:xfrm>
          <a:prstGeom prst="rect">
            <a:avLst/>
          </a:prstGeom>
          <a:noFill/>
          <a:ln>
            <a:noFill/>
          </a:ln>
        </p:spPr>
      </p:pic>
      <p:sp>
        <p:nvSpPr>
          <p:cNvPr id="1136" name="Google Shape;1136;p19"/>
          <p:cNvSpPr txBox="1"/>
          <p:nvPr/>
        </p:nvSpPr>
        <p:spPr>
          <a:xfrm>
            <a:off x="4649102" y="2828745"/>
            <a:ext cx="2808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137" name="Google Shape;1137;p19"/>
          <p:cNvSpPr txBox="1"/>
          <p:nvPr/>
        </p:nvSpPr>
        <p:spPr>
          <a:xfrm>
            <a:off x="4986702" y="2891135"/>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1138" name="Google Shape;1138;p19"/>
          <p:cNvSpPr txBox="1"/>
          <p:nvPr/>
        </p:nvSpPr>
        <p:spPr>
          <a:xfrm>
            <a:off x="4875212" y="3124200"/>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pic>
        <p:nvPicPr>
          <p:cNvPr id="1139" name="Google Shape;1139;p19"/>
          <p:cNvPicPr preferRelativeResize="0"/>
          <p:nvPr/>
        </p:nvPicPr>
        <p:blipFill rotWithShape="1">
          <a:blip r:embed="rId6">
            <a:alphaModFix/>
          </a:blip>
          <a:srcRect b="0" l="0" r="0" t="0"/>
          <a:stretch/>
        </p:blipFill>
        <p:spPr>
          <a:xfrm>
            <a:off x="4911724" y="3880866"/>
            <a:ext cx="238125" cy="247650"/>
          </a:xfrm>
          <a:prstGeom prst="rect">
            <a:avLst/>
          </a:prstGeom>
          <a:noFill/>
          <a:ln>
            <a:noFill/>
          </a:ln>
        </p:spPr>
      </p:pic>
      <p:sp>
        <p:nvSpPr>
          <p:cNvPr id="1140" name="Google Shape;1140;p19"/>
          <p:cNvSpPr txBox="1"/>
          <p:nvPr/>
        </p:nvSpPr>
        <p:spPr>
          <a:xfrm>
            <a:off x="4713390" y="3773858"/>
            <a:ext cx="27135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141" name="Google Shape;1141;p19"/>
          <p:cNvSpPr txBox="1"/>
          <p:nvPr/>
        </p:nvSpPr>
        <p:spPr>
          <a:xfrm>
            <a:off x="5088740" y="3795943"/>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142" name="Google Shape;1142;p19"/>
          <p:cNvSpPr txBox="1"/>
          <p:nvPr/>
        </p:nvSpPr>
        <p:spPr>
          <a:xfrm>
            <a:off x="4894889" y="4102975"/>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pic>
        <p:nvPicPr>
          <p:cNvPr id="1143" name="Google Shape;1143;p19"/>
          <p:cNvPicPr preferRelativeResize="0"/>
          <p:nvPr/>
        </p:nvPicPr>
        <p:blipFill rotWithShape="1">
          <a:blip r:embed="rId7">
            <a:alphaModFix/>
          </a:blip>
          <a:srcRect b="0" l="0" r="0" t="0"/>
          <a:stretch/>
        </p:blipFill>
        <p:spPr>
          <a:xfrm>
            <a:off x="4951412" y="4867275"/>
            <a:ext cx="247650" cy="238125"/>
          </a:xfrm>
          <a:prstGeom prst="rect">
            <a:avLst/>
          </a:prstGeom>
          <a:noFill/>
          <a:ln>
            <a:noFill/>
          </a:ln>
        </p:spPr>
      </p:pic>
      <p:sp>
        <p:nvSpPr>
          <p:cNvPr id="1144" name="Google Shape;1144;p19"/>
          <p:cNvSpPr txBox="1"/>
          <p:nvPr/>
        </p:nvSpPr>
        <p:spPr>
          <a:xfrm>
            <a:off x="4722812" y="4719935"/>
            <a:ext cx="2808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145" name="Google Shape;1145;p19"/>
          <p:cNvSpPr txBox="1"/>
          <p:nvPr/>
        </p:nvSpPr>
        <p:spPr>
          <a:xfrm>
            <a:off x="5103812" y="4728661"/>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146" name="Google Shape;1146;p19"/>
          <p:cNvSpPr txBox="1"/>
          <p:nvPr/>
        </p:nvSpPr>
        <p:spPr>
          <a:xfrm>
            <a:off x="4924193" y="5020723"/>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grpSp>
        <p:nvGrpSpPr>
          <p:cNvPr id="1147" name="Google Shape;1147;p19"/>
          <p:cNvGrpSpPr/>
          <p:nvPr/>
        </p:nvGrpSpPr>
        <p:grpSpPr>
          <a:xfrm>
            <a:off x="7471678" y="2578113"/>
            <a:ext cx="906904" cy="1679495"/>
            <a:chOff x="7940730" y="3000641"/>
            <a:chExt cx="906904" cy="1679495"/>
          </a:xfrm>
        </p:grpSpPr>
        <p:sp>
          <p:nvSpPr>
            <p:cNvPr id="1148" name="Google Shape;1148;p19"/>
            <p:cNvSpPr txBox="1"/>
            <p:nvPr/>
          </p:nvSpPr>
          <p:spPr>
            <a:xfrm>
              <a:off x="7940730" y="3000641"/>
              <a:ext cx="435653" cy="4627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grpSp>
          <p:nvGrpSpPr>
            <p:cNvPr id="1149" name="Google Shape;1149;p19"/>
            <p:cNvGrpSpPr/>
            <p:nvPr/>
          </p:nvGrpSpPr>
          <p:grpSpPr>
            <a:xfrm>
              <a:off x="8115841" y="3000641"/>
              <a:ext cx="731793" cy="1679495"/>
              <a:chOff x="7504169" y="2371545"/>
              <a:chExt cx="731793" cy="1679495"/>
            </a:xfrm>
          </p:grpSpPr>
          <p:pic>
            <p:nvPicPr>
              <p:cNvPr id="1150" name="Google Shape;1150;p19"/>
              <p:cNvPicPr preferRelativeResize="0"/>
              <p:nvPr/>
            </p:nvPicPr>
            <p:blipFill rotWithShape="1">
              <a:blip r:embed="rId7">
                <a:alphaModFix/>
              </a:blip>
              <a:srcRect b="0" l="0" r="0" t="0"/>
              <a:stretch/>
            </p:blipFill>
            <p:spPr>
              <a:xfrm>
                <a:off x="7532744" y="2502634"/>
                <a:ext cx="247650" cy="238125"/>
              </a:xfrm>
              <a:prstGeom prst="rect">
                <a:avLst/>
              </a:prstGeom>
              <a:noFill/>
              <a:ln>
                <a:noFill/>
              </a:ln>
            </p:spPr>
          </p:pic>
          <p:sp>
            <p:nvSpPr>
              <p:cNvPr id="1151" name="Google Shape;1151;p19"/>
              <p:cNvSpPr txBox="1"/>
              <p:nvPr/>
            </p:nvSpPr>
            <p:spPr>
              <a:xfrm>
                <a:off x="7693081" y="2371545"/>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:8</a:t>
                </a:r>
                <a:endParaRPr/>
              </a:p>
            </p:txBody>
          </p:sp>
          <p:pic>
            <p:nvPicPr>
              <p:cNvPr id="1152" name="Google Shape;1152;p19"/>
              <p:cNvPicPr preferRelativeResize="0"/>
              <p:nvPr/>
            </p:nvPicPr>
            <p:blipFill rotWithShape="1">
              <a:blip r:embed="rId8">
                <a:alphaModFix/>
              </a:blip>
              <a:srcRect b="0" l="0" r="0" t="0"/>
              <a:stretch/>
            </p:blipFill>
            <p:spPr>
              <a:xfrm>
                <a:off x="7532744" y="2787714"/>
                <a:ext cx="247650" cy="228600"/>
              </a:xfrm>
              <a:prstGeom prst="rect">
                <a:avLst/>
              </a:prstGeom>
              <a:noFill/>
              <a:ln>
                <a:noFill/>
              </a:ln>
            </p:spPr>
          </p:pic>
          <p:sp>
            <p:nvSpPr>
              <p:cNvPr id="1153" name="Google Shape;1153;p19"/>
              <p:cNvSpPr txBox="1"/>
              <p:nvPr/>
            </p:nvSpPr>
            <p:spPr>
              <a:xfrm>
                <a:off x="7693081" y="2671181"/>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:4</a:t>
                </a:r>
                <a:endParaRPr/>
              </a:p>
            </p:txBody>
          </p:sp>
          <p:pic>
            <p:nvPicPr>
              <p:cNvPr id="1154" name="Google Shape;1154;p19"/>
              <p:cNvPicPr preferRelativeResize="0"/>
              <p:nvPr/>
            </p:nvPicPr>
            <p:blipFill rotWithShape="1">
              <a:blip r:embed="rId6">
                <a:alphaModFix/>
              </a:blip>
              <a:srcRect b="0" l="0" r="0" t="0"/>
              <a:stretch/>
            </p:blipFill>
            <p:spPr>
              <a:xfrm>
                <a:off x="7542269" y="3409950"/>
                <a:ext cx="238125" cy="247650"/>
              </a:xfrm>
              <a:prstGeom prst="rect">
                <a:avLst/>
              </a:prstGeom>
              <a:noFill/>
              <a:ln>
                <a:noFill/>
              </a:ln>
            </p:spPr>
          </p:pic>
          <p:pic>
            <p:nvPicPr>
              <p:cNvPr id="1155" name="Google Shape;1155;p19"/>
              <p:cNvPicPr preferRelativeResize="0"/>
              <p:nvPr/>
            </p:nvPicPr>
            <p:blipFill rotWithShape="1">
              <a:blip r:embed="rId9">
                <a:alphaModFix/>
              </a:blip>
              <a:srcRect b="0" l="0" r="0" t="0"/>
              <a:stretch/>
            </p:blipFill>
            <p:spPr>
              <a:xfrm>
                <a:off x="7504169" y="3133725"/>
                <a:ext cx="276225" cy="219075"/>
              </a:xfrm>
              <a:prstGeom prst="rect">
                <a:avLst/>
              </a:prstGeom>
              <a:noFill/>
              <a:ln>
                <a:noFill/>
              </a:ln>
            </p:spPr>
          </p:pic>
          <p:sp>
            <p:nvSpPr>
              <p:cNvPr id="1156" name="Google Shape;1156;p19"/>
              <p:cNvSpPr txBox="1"/>
              <p:nvPr/>
            </p:nvSpPr>
            <p:spPr>
              <a:xfrm>
                <a:off x="7717870" y="2960280"/>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:5</a:t>
                </a:r>
                <a:endParaRPr/>
              </a:p>
            </p:txBody>
          </p:sp>
          <p:sp>
            <p:nvSpPr>
              <p:cNvPr id="1157" name="Google Shape;1157;p19"/>
              <p:cNvSpPr txBox="1"/>
              <p:nvPr/>
            </p:nvSpPr>
            <p:spPr>
              <a:xfrm>
                <a:off x="7717870" y="3301393"/>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:4</a:t>
                </a:r>
                <a:endParaRPr/>
              </a:p>
            </p:txBody>
          </p:sp>
          <p:pic>
            <p:nvPicPr>
              <p:cNvPr id="1158" name="Google Shape;1158;p19"/>
              <p:cNvPicPr preferRelativeResize="0"/>
              <p:nvPr/>
            </p:nvPicPr>
            <p:blipFill rotWithShape="1">
              <a:blip r:embed="rId10">
                <a:alphaModFix/>
              </a:blip>
              <a:srcRect b="0" l="0" r="0" t="0"/>
              <a:stretch/>
            </p:blipFill>
            <p:spPr>
              <a:xfrm>
                <a:off x="7532744" y="3733904"/>
                <a:ext cx="257175" cy="180975"/>
              </a:xfrm>
              <a:prstGeom prst="rect">
                <a:avLst/>
              </a:prstGeom>
              <a:noFill/>
              <a:ln>
                <a:noFill/>
              </a:ln>
            </p:spPr>
          </p:pic>
          <p:sp>
            <p:nvSpPr>
              <p:cNvPr id="1159" name="Google Shape;1159;p19"/>
              <p:cNvSpPr txBox="1"/>
              <p:nvPr/>
            </p:nvSpPr>
            <p:spPr>
              <a:xfrm>
                <a:off x="7717870" y="3589375"/>
                <a:ext cx="51809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:3}</a:t>
                </a:r>
                <a:endParaRPr/>
              </a:p>
            </p:txBody>
          </p:sp>
        </p:grpSp>
      </p:grpSp>
      <p:cxnSp>
        <p:nvCxnSpPr>
          <p:cNvPr id="1160" name="Google Shape;1160;p19"/>
          <p:cNvCxnSpPr>
            <a:stCxn id="1132" idx="3"/>
          </p:cNvCxnSpPr>
          <p:nvPr/>
        </p:nvCxnSpPr>
        <p:spPr>
          <a:xfrm>
            <a:off x="5408612" y="2059632"/>
            <a:ext cx="2000100" cy="1250700"/>
          </a:xfrm>
          <a:prstGeom prst="straightConnector1">
            <a:avLst/>
          </a:prstGeom>
          <a:noFill/>
          <a:ln cap="flat" cmpd="sng" w="9525">
            <a:solidFill>
              <a:srgbClr val="006DBF"/>
            </a:solidFill>
            <a:prstDash val="solid"/>
            <a:round/>
            <a:headEnd len="sm" w="sm" type="none"/>
            <a:tailEnd len="med" w="med" type="triangle"/>
          </a:ln>
        </p:spPr>
      </p:cxnSp>
      <p:cxnSp>
        <p:nvCxnSpPr>
          <p:cNvPr id="1161" name="Google Shape;1161;p19"/>
          <p:cNvCxnSpPr/>
          <p:nvPr/>
        </p:nvCxnSpPr>
        <p:spPr>
          <a:xfrm>
            <a:off x="5426012" y="3222882"/>
            <a:ext cx="2020877" cy="174798"/>
          </a:xfrm>
          <a:prstGeom prst="straightConnector1">
            <a:avLst/>
          </a:prstGeom>
          <a:noFill/>
          <a:ln cap="flat" cmpd="sng" w="9525">
            <a:solidFill>
              <a:srgbClr val="006DBF"/>
            </a:solidFill>
            <a:prstDash val="solid"/>
            <a:round/>
            <a:headEnd len="sm" w="sm" type="none"/>
            <a:tailEnd len="med" w="med" type="triangle"/>
          </a:ln>
        </p:spPr>
      </p:cxnSp>
      <p:cxnSp>
        <p:nvCxnSpPr>
          <p:cNvPr id="1162" name="Google Shape;1162;p19"/>
          <p:cNvCxnSpPr/>
          <p:nvPr/>
        </p:nvCxnSpPr>
        <p:spPr>
          <a:xfrm flipH="1" rot="10800000">
            <a:off x="5465366" y="3486678"/>
            <a:ext cx="1966958" cy="758327"/>
          </a:xfrm>
          <a:prstGeom prst="straightConnector1">
            <a:avLst/>
          </a:prstGeom>
          <a:noFill/>
          <a:ln cap="flat" cmpd="sng" w="9525">
            <a:solidFill>
              <a:srgbClr val="006DBF"/>
            </a:solidFill>
            <a:prstDash val="solid"/>
            <a:round/>
            <a:headEnd len="sm" w="sm" type="none"/>
            <a:tailEnd len="med" w="med" type="triangle"/>
          </a:ln>
        </p:spPr>
      </p:cxnSp>
      <p:cxnSp>
        <p:nvCxnSpPr>
          <p:cNvPr id="1163" name="Google Shape;1163;p19"/>
          <p:cNvCxnSpPr/>
          <p:nvPr/>
        </p:nvCxnSpPr>
        <p:spPr>
          <a:xfrm flipH="1" rot="10800000">
            <a:off x="5637212" y="3616518"/>
            <a:ext cx="1809677" cy="1488882"/>
          </a:xfrm>
          <a:prstGeom prst="straightConnector1">
            <a:avLst/>
          </a:prstGeom>
          <a:noFill/>
          <a:ln cap="flat" cmpd="sng" w="9525">
            <a:solidFill>
              <a:srgbClr val="006DBF"/>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sp>
        <p:nvSpPr>
          <p:cNvPr id="1169" name="Google Shape;1169;p20"/>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1"/>
              </a:buClr>
              <a:buSzPts val="3600"/>
              <a:buFont typeface="Calibri"/>
              <a:buNone/>
            </a:pPr>
            <a:r>
              <a:rPr lang="en-US">
                <a:latin typeface="Calibri"/>
                <a:ea typeface="Calibri"/>
                <a:cs typeface="Calibri"/>
                <a:sym typeface="Calibri"/>
              </a:rPr>
              <a:t>Traditional approach (photo taken from Edureka)</a:t>
            </a:r>
            <a:endParaRPr>
              <a:latin typeface="Calibri"/>
              <a:ea typeface="Calibri"/>
              <a:cs typeface="Calibri"/>
              <a:sym typeface="Calibri"/>
            </a:endParaRPr>
          </a:p>
        </p:txBody>
      </p:sp>
      <p:pic>
        <p:nvPicPr>
          <p:cNvPr id="1170" name="Google Shape;1170;p20"/>
          <p:cNvPicPr preferRelativeResize="0"/>
          <p:nvPr/>
        </p:nvPicPr>
        <p:blipFill rotWithShape="1">
          <a:blip r:embed="rId3">
            <a:alphaModFix/>
          </a:blip>
          <a:srcRect b="0" l="0" r="0" t="0"/>
          <a:stretch/>
        </p:blipFill>
        <p:spPr>
          <a:xfrm>
            <a:off x="303211" y="1295400"/>
            <a:ext cx="11554046" cy="4343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21"/>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1"/>
              </a:buClr>
              <a:buSzPts val="3600"/>
              <a:buFont typeface="Calibri"/>
              <a:buNone/>
            </a:pPr>
            <a:r>
              <a:rPr lang="en-US">
                <a:latin typeface="Calibri"/>
                <a:ea typeface="Calibri"/>
                <a:cs typeface="Calibri"/>
                <a:sym typeface="Calibri"/>
              </a:rPr>
              <a:t>MapReduce mechanism (photo taken from Edureka)</a:t>
            </a:r>
            <a:endParaRPr>
              <a:latin typeface="Calibri"/>
              <a:ea typeface="Calibri"/>
              <a:cs typeface="Calibri"/>
              <a:sym typeface="Calibri"/>
            </a:endParaRPr>
          </a:p>
        </p:txBody>
      </p:sp>
      <p:pic>
        <p:nvPicPr>
          <p:cNvPr id="1177" name="Google Shape;1177;p21"/>
          <p:cNvPicPr preferRelativeResize="0"/>
          <p:nvPr/>
        </p:nvPicPr>
        <p:blipFill rotWithShape="1">
          <a:blip r:embed="rId3">
            <a:alphaModFix/>
          </a:blip>
          <a:srcRect b="0" l="0" r="0" t="0"/>
          <a:stretch/>
        </p:blipFill>
        <p:spPr>
          <a:xfrm>
            <a:off x="0" y="1447800"/>
            <a:ext cx="12052884" cy="44958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p22"/>
          <p:cNvSpPr txBox="1"/>
          <p:nvPr>
            <p:ph type="title"/>
          </p:nvPr>
        </p:nvSpPr>
        <p:spPr>
          <a:xfrm>
            <a:off x="609440" y="312790"/>
            <a:ext cx="10969943" cy="985720"/>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accent1"/>
              </a:buClr>
              <a:buSzPts val="3240"/>
              <a:buFont typeface="Calibri"/>
              <a:buNone/>
            </a:pPr>
            <a:r>
              <a:rPr b="1" lang="en-US" sz="3240">
                <a:solidFill>
                  <a:schemeClr val="accent1"/>
                </a:solidFill>
              </a:rPr>
              <a:t>MapReduce: Simple Programming for Big Data </a:t>
            </a:r>
            <a:br>
              <a:rPr lang="en-US" sz="3240"/>
            </a:br>
            <a:r>
              <a:rPr lang="en-US" sz="1979"/>
              <a:t>Based on Google’s MR paper (2004)</a:t>
            </a:r>
            <a:br>
              <a:rPr lang="en-US" sz="3240"/>
            </a:br>
            <a:endParaRPr sz="3240"/>
          </a:p>
        </p:txBody>
      </p:sp>
      <p:sp>
        <p:nvSpPr>
          <p:cNvPr id="1184" name="Google Shape;1184;p22"/>
          <p:cNvSpPr txBox="1"/>
          <p:nvPr>
            <p:ph idx="1" type="body"/>
          </p:nvPr>
        </p:nvSpPr>
        <p:spPr>
          <a:xfrm>
            <a:off x="227012" y="1143000"/>
            <a:ext cx="12192000" cy="5931159"/>
          </a:xfrm>
          <a:prstGeom prst="rect">
            <a:avLst/>
          </a:prstGeom>
          <a:noFill/>
          <a:ln>
            <a:noFill/>
          </a:ln>
        </p:spPr>
        <p:txBody>
          <a:bodyPr anchorCtr="0" anchor="t" bIns="60925" lIns="121875" spcFirstLastPara="1" rIns="121875" wrap="square" tIns="60925">
            <a:normAutofit/>
          </a:bodyPr>
          <a:lstStyle/>
          <a:p>
            <a:pPr indent="-457120" lvl="0" marL="457120" rtl="0" algn="l">
              <a:lnSpc>
                <a:spcPct val="80000"/>
              </a:lnSpc>
              <a:spcBef>
                <a:spcPts val="0"/>
              </a:spcBef>
              <a:spcAft>
                <a:spcPts val="0"/>
              </a:spcAft>
              <a:buClr>
                <a:schemeClr val="dk1"/>
              </a:buClr>
              <a:buSzPts val="3237"/>
              <a:buChar char="•"/>
            </a:pPr>
            <a:r>
              <a:rPr lang="en-US" sz="3237"/>
              <a:t>MapReduce: simple programming paradigm for the Hadoop ecosystem</a:t>
            </a:r>
            <a:endParaRPr/>
          </a:p>
          <a:p>
            <a:pPr indent="-457120" lvl="0" marL="457120" rtl="0" algn="l">
              <a:lnSpc>
                <a:spcPct val="80000"/>
              </a:lnSpc>
              <a:spcBef>
                <a:spcPts val="647"/>
              </a:spcBef>
              <a:spcAft>
                <a:spcPts val="0"/>
              </a:spcAft>
              <a:buClr>
                <a:schemeClr val="dk1"/>
              </a:buClr>
              <a:buSzPts val="3237"/>
              <a:buChar char="•"/>
            </a:pPr>
            <a:r>
              <a:rPr lang="en-US" sz="3237"/>
              <a:t>Traditional parallel programming requires expertise of different computing/systems concepts</a:t>
            </a:r>
            <a:endParaRPr/>
          </a:p>
          <a:p>
            <a:pPr indent="-380933" lvl="1" marL="990427" rtl="0" algn="l">
              <a:lnSpc>
                <a:spcPct val="80000"/>
              </a:lnSpc>
              <a:spcBef>
                <a:spcPts val="647"/>
              </a:spcBef>
              <a:spcAft>
                <a:spcPts val="0"/>
              </a:spcAft>
              <a:buClr>
                <a:schemeClr val="dk1"/>
              </a:buClr>
              <a:buSzPts val="3237"/>
              <a:buChar char="–"/>
            </a:pPr>
            <a:r>
              <a:rPr lang="en-US" sz="3237"/>
              <a:t>examples: multithreads, synchronization mechanisms (locks, semaphores, and monitors )</a:t>
            </a:r>
            <a:endParaRPr/>
          </a:p>
          <a:p>
            <a:pPr indent="-380933" lvl="1" marL="990427" rtl="0" algn="l">
              <a:lnSpc>
                <a:spcPct val="80000"/>
              </a:lnSpc>
              <a:spcBef>
                <a:spcPts val="647"/>
              </a:spcBef>
              <a:spcAft>
                <a:spcPts val="0"/>
              </a:spcAft>
              <a:buClr>
                <a:schemeClr val="dk1"/>
              </a:buClr>
              <a:buSzPts val="3237"/>
              <a:buChar char="–"/>
            </a:pPr>
            <a:r>
              <a:rPr lang="en-US" sz="3237"/>
              <a:t>incorrect use: can crash your program, get incorrect results, or severely impact performance</a:t>
            </a:r>
            <a:endParaRPr/>
          </a:p>
          <a:p>
            <a:pPr indent="-380933" lvl="1" marL="990427" rtl="0" algn="l">
              <a:lnSpc>
                <a:spcPct val="80000"/>
              </a:lnSpc>
              <a:spcBef>
                <a:spcPts val="647"/>
              </a:spcBef>
              <a:spcAft>
                <a:spcPts val="0"/>
              </a:spcAft>
              <a:buClr>
                <a:schemeClr val="dk1"/>
              </a:buClr>
              <a:buSzPts val="3237"/>
              <a:buChar char="–"/>
            </a:pPr>
            <a:r>
              <a:rPr b="1" lang="en-US" sz="3237">
                <a:latin typeface="Calibri"/>
                <a:ea typeface="Calibri"/>
                <a:cs typeface="Calibri"/>
                <a:sym typeface="Calibri"/>
              </a:rPr>
              <a:t>NOT</a:t>
            </a:r>
            <a:r>
              <a:rPr lang="en-US" sz="3237"/>
              <a:t> fault tolerant to hardware failure</a:t>
            </a:r>
            <a:endParaRPr/>
          </a:p>
          <a:p>
            <a:pPr indent="-457120" lvl="0" marL="457120" rtl="0" algn="l">
              <a:lnSpc>
                <a:spcPct val="80000"/>
              </a:lnSpc>
              <a:spcBef>
                <a:spcPts val="647"/>
              </a:spcBef>
              <a:spcAft>
                <a:spcPts val="0"/>
              </a:spcAft>
              <a:buClr>
                <a:schemeClr val="dk1"/>
              </a:buClr>
              <a:buSzPts val="3237"/>
              <a:buChar char="•"/>
            </a:pPr>
            <a:r>
              <a:rPr lang="en-US" sz="3237"/>
              <a:t>MapReduce </a:t>
            </a:r>
            <a:r>
              <a:rPr lang="en-US" sz="3237">
                <a:latin typeface="Calibri"/>
                <a:ea typeface="Calibri"/>
                <a:cs typeface="Calibri"/>
                <a:sym typeface="Calibri"/>
              </a:rPr>
              <a:t>Proramming</a:t>
            </a:r>
            <a:r>
              <a:rPr lang="en-US" sz="3237"/>
              <a:t>: greatly simplifies running code in parallel</a:t>
            </a:r>
            <a:endParaRPr/>
          </a:p>
          <a:p>
            <a:pPr indent="-380933" lvl="1" marL="990427" rtl="0" algn="l">
              <a:lnSpc>
                <a:spcPct val="80000"/>
              </a:lnSpc>
              <a:spcBef>
                <a:spcPts val="647"/>
              </a:spcBef>
              <a:spcAft>
                <a:spcPts val="0"/>
              </a:spcAft>
              <a:buClr>
                <a:schemeClr val="dk1"/>
              </a:buClr>
              <a:buSzPts val="3237"/>
              <a:buChar char="–"/>
            </a:pPr>
            <a:r>
              <a:rPr lang="en-US" sz="3237"/>
              <a:t>don't have to deal with any of above issues </a:t>
            </a:r>
            <a:endParaRPr/>
          </a:p>
          <a:p>
            <a:pPr indent="-380933" lvl="1" marL="990427" rtl="0" algn="l">
              <a:lnSpc>
                <a:spcPct val="80000"/>
              </a:lnSpc>
              <a:spcBef>
                <a:spcPts val="647"/>
              </a:spcBef>
              <a:spcAft>
                <a:spcPts val="0"/>
              </a:spcAft>
              <a:buClr>
                <a:schemeClr val="dk1"/>
              </a:buClr>
              <a:buSzPts val="3237"/>
              <a:buChar char="–"/>
            </a:pPr>
            <a:r>
              <a:rPr lang="en-US" sz="3237"/>
              <a:t>only need to create, map and reduce functions</a:t>
            </a:r>
            <a:endParaRPr/>
          </a:p>
          <a:p>
            <a:pPr indent="-245665" lvl="0" marL="457120" rtl="0" algn="l">
              <a:lnSpc>
                <a:spcPct val="80000"/>
              </a:lnSpc>
              <a:spcBef>
                <a:spcPts val="666"/>
              </a:spcBef>
              <a:spcAft>
                <a:spcPts val="0"/>
              </a:spcAft>
              <a:buClr>
                <a:schemeClr val="dk1"/>
              </a:buClr>
              <a:buSzPts val="3330"/>
              <a:buNone/>
            </a:pPr>
            <a:r>
              <a:t/>
            </a:r>
            <a:endParaRPr sz="333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23"/>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Simple illustrative Paradigm</a:t>
            </a:r>
            <a:endParaRPr/>
          </a:p>
        </p:txBody>
      </p:sp>
      <p:graphicFrame>
        <p:nvGraphicFramePr>
          <p:cNvPr id="1190" name="Google Shape;1190;p23"/>
          <p:cNvGraphicFramePr/>
          <p:nvPr/>
        </p:nvGraphicFramePr>
        <p:xfrm>
          <a:off x="760412" y="985720"/>
          <a:ext cx="3000000" cy="3000000"/>
        </p:xfrm>
        <a:graphic>
          <a:graphicData uri="http://schemas.openxmlformats.org/drawingml/2006/table">
            <a:tbl>
              <a:tblPr bandRow="1" firstRow="1">
                <a:noFill/>
                <a:tableStyleId>{9563964F-672D-4FB1-9A79-4AC09D7AA3B5}</a:tableStyleId>
              </a:tblPr>
              <a:tblGrid>
                <a:gridCol w="5409475"/>
                <a:gridCol w="5409475"/>
              </a:tblGrid>
              <a:tr h="3952575">
                <a:tc>
                  <a:txBody>
                    <a:bodyPr/>
                    <a:lstStyle/>
                    <a:p>
                      <a:pPr indent="0" lvl="0" marL="0" marR="0" rtl="0" algn="l">
                        <a:spcBef>
                          <a:spcPts val="0"/>
                        </a:spcBef>
                        <a:spcAft>
                          <a:spcPts val="0"/>
                        </a:spcAft>
                        <a:buClr>
                          <a:schemeClr val="dk1"/>
                        </a:buClr>
                        <a:buSzPts val="2800"/>
                        <a:buFont typeface="Calibri"/>
                        <a:buNone/>
                      </a:pPr>
                      <a:r>
                        <a:rPr lang="en-US" sz="2800" u="none" cap="none" strike="noStrike"/>
                        <a:t>Apply function </a:t>
                      </a:r>
                      <a:r>
                        <a:rPr lang="en-US" sz="2800" u="none" cap="none" strike="noStrike">
                          <a:solidFill>
                            <a:schemeClr val="dk1"/>
                          </a:solidFill>
                        </a:rPr>
                        <a:t>Map:</a:t>
                      </a:r>
                      <a:endParaRPr/>
                    </a:p>
                    <a:p>
                      <a:pPr indent="0" lvl="0" marL="0" marR="0" rtl="0" algn="l">
                        <a:spcBef>
                          <a:spcPts val="0"/>
                        </a:spcBef>
                        <a:spcAft>
                          <a:spcPts val="0"/>
                        </a:spcAft>
                        <a:buClr>
                          <a:schemeClr val="dk1"/>
                        </a:buClr>
                        <a:buSzPts val="2800"/>
                        <a:buFont typeface="Calibri"/>
                        <a:buNone/>
                      </a:pPr>
                      <a:r>
                        <a:rPr b="0" lang="en-US" sz="2800" u="none" cap="none" strike="noStrike">
                          <a:solidFill>
                            <a:schemeClr val="dk1"/>
                          </a:solidFill>
                        </a:rPr>
                        <a:t>Apply a function to all the elements of List </a:t>
                      </a:r>
                      <a:endParaRPr/>
                    </a:p>
                    <a:p>
                      <a:pPr indent="0" lvl="0" marL="0" marR="0" rtl="0" algn="ctr">
                        <a:spcBef>
                          <a:spcPts val="0"/>
                        </a:spcBef>
                        <a:spcAft>
                          <a:spcPts val="0"/>
                        </a:spcAft>
                        <a:buClr>
                          <a:schemeClr val="dk1"/>
                        </a:buClr>
                        <a:buSzPts val="2800"/>
                        <a:buFont typeface="Calibri"/>
                        <a:buNone/>
                      </a:pPr>
                      <a:r>
                        <a:t/>
                      </a:r>
                      <a:endParaRPr b="0" sz="2800" u="none" cap="none" strike="noStrike">
                        <a:solidFill>
                          <a:schemeClr val="dk1"/>
                        </a:solidFill>
                      </a:endParaRPr>
                    </a:p>
                    <a:p>
                      <a:pPr indent="0" lvl="0" marL="0" marR="0" rtl="0" algn="l">
                        <a:spcBef>
                          <a:spcPts val="0"/>
                        </a:spcBef>
                        <a:spcAft>
                          <a:spcPts val="0"/>
                        </a:spcAft>
                        <a:buClr>
                          <a:schemeClr val="dk1"/>
                        </a:buClr>
                        <a:buSzPts val="2800"/>
                        <a:buFont typeface="Calibri"/>
                        <a:buNone/>
                      </a:pPr>
                      <a:r>
                        <a:rPr b="0" lang="en-US" sz="2800" u="none" cap="none" strike="noStrike">
                          <a:solidFill>
                            <a:schemeClr val="dk1"/>
                          </a:solidFill>
                        </a:rPr>
                        <a:t>list1=[1,2,3,4,5];</a:t>
                      </a:r>
                      <a:endParaRPr/>
                    </a:p>
                    <a:p>
                      <a:pPr indent="0" lvl="0" marL="0" marR="0" rtl="0" algn="l">
                        <a:spcBef>
                          <a:spcPts val="0"/>
                        </a:spcBef>
                        <a:spcAft>
                          <a:spcPts val="0"/>
                        </a:spcAft>
                        <a:buClr>
                          <a:schemeClr val="dk1"/>
                        </a:buClr>
                        <a:buSzPts val="2800"/>
                        <a:buFont typeface="Calibri"/>
                        <a:buNone/>
                      </a:pPr>
                      <a:r>
                        <a:rPr b="0" lang="en-US" sz="2800" u="none" cap="none" strike="noStrike">
                          <a:solidFill>
                            <a:schemeClr val="dk1"/>
                          </a:solidFill>
                        </a:rPr>
                        <a:t>square x = x * x </a:t>
                      </a:r>
                      <a:endParaRPr/>
                    </a:p>
                    <a:p>
                      <a:pPr indent="0" lvl="0" marL="0" marR="0" rtl="0" algn="l">
                        <a:spcBef>
                          <a:spcPts val="0"/>
                        </a:spcBef>
                        <a:spcAft>
                          <a:spcPts val="0"/>
                        </a:spcAft>
                        <a:buClr>
                          <a:schemeClr val="dk1"/>
                        </a:buClr>
                        <a:buSzPts val="2800"/>
                        <a:buFont typeface="Calibri"/>
                        <a:buNone/>
                      </a:pPr>
                      <a:r>
                        <a:rPr b="0" lang="en-US" sz="2800" u="none" cap="none" strike="noStrike">
                          <a:solidFill>
                            <a:schemeClr val="dk1"/>
                          </a:solidFill>
                        </a:rPr>
                        <a:t>list2=Map square(list1) </a:t>
                      </a:r>
                      <a:endParaRPr/>
                    </a:p>
                    <a:p>
                      <a:pPr indent="0" lvl="0" marL="0" marR="0" rtl="0" algn="l">
                        <a:spcBef>
                          <a:spcPts val="0"/>
                        </a:spcBef>
                        <a:spcAft>
                          <a:spcPts val="0"/>
                        </a:spcAft>
                        <a:buClr>
                          <a:schemeClr val="dk1"/>
                        </a:buClr>
                        <a:buSzPts val="2800"/>
                        <a:buFont typeface="Calibri"/>
                        <a:buNone/>
                      </a:pPr>
                      <a:r>
                        <a:rPr b="0" lang="en-US" sz="2800" u="none" cap="none" strike="noStrike">
                          <a:solidFill>
                            <a:schemeClr val="dk1"/>
                          </a:solidFill>
                        </a:rPr>
                        <a:t>print list2 </a:t>
                      </a:r>
                      <a:endParaRPr/>
                    </a:p>
                    <a:p>
                      <a:pPr indent="0" lvl="0" marL="0" marR="0" rtl="0" algn="l">
                        <a:spcBef>
                          <a:spcPts val="0"/>
                        </a:spcBef>
                        <a:spcAft>
                          <a:spcPts val="0"/>
                        </a:spcAft>
                        <a:buClr>
                          <a:schemeClr val="dk1"/>
                        </a:buClr>
                        <a:buSzPts val="2800"/>
                        <a:buFont typeface="Calibri"/>
                        <a:buNone/>
                      </a:pPr>
                      <a:r>
                        <a:rPr b="0" lang="en-US" sz="2800" u="none" cap="none" strike="noStrike">
                          <a:solidFill>
                            <a:schemeClr val="dk1"/>
                          </a:solidFill>
                        </a:rPr>
                        <a:t>-&gt; [1,4,9,16,25]</a:t>
                      </a:r>
                      <a:endParaRPr sz="28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2800" u="none" cap="none" strike="noStrike">
                          <a:solidFill>
                            <a:schemeClr val="dk1"/>
                          </a:solidFill>
                        </a:rPr>
                        <a:t>                          Reduce:</a:t>
                      </a:r>
                      <a:endParaRPr/>
                    </a:p>
                    <a:p>
                      <a:pPr indent="0" lvl="0" marL="0" marR="0" rtl="0" algn="l">
                        <a:spcBef>
                          <a:spcPts val="0"/>
                        </a:spcBef>
                        <a:spcAft>
                          <a:spcPts val="0"/>
                        </a:spcAft>
                        <a:buClr>
                          <a:schemeClr val="dk1"/>
                        </a:buClr>
                        <a:buSzPts val="2800"/>
                        <a:buFont typeface="Calibri"/>
                        <a:buNone/>
                      </a:pPr>
                      <a:r>
                        <a:rPr b="0" lang="en-US" sz="2800">
                          <a:solidFill>
                            <a:schemeClr val="dk1"/>
                          </a:solidFill>
                        </a:rPr>
                        <a:t>Combine all the elements of list for a summary</a:t>
                      </a:r>
                      <a:endParaRPr/>
                    </a:p>
                    <a:p>
                      <a:pPr indent="0" lvl="0" marL="0" marR="0" rtl="0" algn="l">
                        <a:spcBef>
                          <a:spcPts val="0"/>
                        </a:spcBef>
                        <a:spcAft>
                          <a:spcPts val="0"/>
                        </a:spcAft>
                        <a:buClr>
                          <a:schemeClr val="dk1"/>
                        </a:buClr>
                        <a:buSzPts val="2800"/>
                        <a:buFont typeface="Calibri"/>
                        <a:buNone/>
                      </a:pPr>
                      <a:r>
                        <a:t/>
                      </a:r>
                      <a:endParaRPr b="0" sz="2800">
                        <a:solidFill>
                          <a:schemeClr val="dk1"/>
                        </a:solidFill>
                      </a:endParaRPr>
                    </a:p>
                    <a:p>
                      <a:pPr indent="0" lvl="0" marL="0" marR="0" rtl="0" algn="l">
                        <a:spcBef>
                          <a:spcPts val="0"/>
                        </a:spcBef>
                        <a:spcAft>
                          <a:spcPts val="0"/>
                        </a:spcAft>
                        <a:buClr>
                          <a:schemeClr val="dk1"/>
                        </a:buClr>
                        <a:buSzPts val="2800"/>
                        <a:buFont typeface="Calibri"/>
                        <a:buNone/>
                      </a:pPr>
                      <a:r>
                        <a:rPr b="0" lang="en-US" sz="2800">
                          <a:solidFill>
                            <a:schemeClr val="dk1"/>
                          </a:solidFill>
                        </a:rPr>
                        <a:t>list1 = [1,2,3,4,5];</a:t>
                      </a:r>
                      <a:endParaRPr/>
                    </a:p>
                    <a:p>
                      <a:pPr indent="0" lvl="0" marL="0" marR="0" rtl="0" algn="l">
                        <a:spcBef>
                          <a:spcPts val="0"/>
                        </a:spcBef>
                        <a:spcAft>
                          <a:spcPts val="0"/>
                        </a:spcAft>
                        <a:buClr>
                          <a:schemeClr val="dk1"/>
                        </a:buClr>
                        <a:buSzPts val="2800"/>
                        <a:buFont typeface="Calibri"/>
                        <a:buNone/>
                      </a:pPr>
                      <a:r>
                        <a:rPr b="0" lang="en-US" sz="2800">
                          <a:solidFill>
                            <a:schemeClr val="dk1"/>
                          </a:solidFill>
                        </a:rPr>
                        <a:t>A = reduce (+) list1</a:t>
                      </a:r>
                      <a:endParaRPr/>
                    </a:p>
                    <a:p>
                      <a:pPr indent="0" lvl="0" marL="0" marR="0" rtl="0" algn="l">
                        <a:spcBef>
                          <a:spcPts val="0"/>
                        </a:spcBef>
                        <a:spcAft>
                          <a:spcPts val="0"/>
                        </a:spcAft>
                        <a:buClr>
                          <a:schemeClr val="dk1"/>
                        </a:buClr>
                        <a:buSzPts val="2800"/>
                        <a:buFont typeface="Calibri"/>
                        <a:buNone/>
                      </a:pPr>
                      <a:r>
                        <a:rPr b="0" lang="en-US" sz="2800">
                          <a:solidFill>
                            <a:schemeClr val="dk1"/>
                          </a:solidFill>
                        </a:rPr>
                        <a:t>Print A</a:t>
                      </a:r>
                      <a:endParaRPr/>
                    </a:p>
                    <a:p>
                      <a:pPr indent="0" lvl="0" marL="0" marR="0" rtl="0" algn="l">
                        <a:spcBef>
                          <a:spcPts val="0"/>
                        </a:spcBef>
                        <a:spcAft>
                          <a:spcPts val="0"/>
                        </a:spcAft>
                        <a:buClr>
                          <a:schemeClr val="dk1"/>
                        </a:buClr>
                        <a:buSzPts val="2800"/>
                        <a:buFont typeface="Calibri"/>
                        <a:buNone/>
                      </a:pPr>
                      <a:r>
                        <a:rPr b="0" lang="en-US" sz="2800">
                          <a:solidFill>
                            <a:schemeClr val="dk1"/>
                          </a:solidFill>
                        </a:rPr>
                        <a:t>-&gt; 15</a:t>
                      </a:r>
                      <a:endParaRPr/>
                    </a:p>
                    <a:p>
                      <a:pPr indent="0" lvl="0" marL="0" marR="0" rtl="0" algn="l">
                        <a:spcBef>
                          <a:spcPts val="0"/>
                        </a:spcBef>
                        <a:spcAft>
                          <a:spcPts val="0"/>
                        </a:spcAft>
                        <a:buNone/>
                      </a:pPr>
                      <a:r>
                        <a:t/>
                      </a:r>
                      <a:endParaRPr b="0" sz="2800">
                        <a:solidFill>
                          <a:schemeClr val="dk1"/>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bl>
          </a:graphicData>
        </a:graphic>
      </p:graphicFrame>
      <p:sp>
        <p:nvSpPr>
          <p:cNvPr id="1191" name="Google Shape;1191;p23"/>
          <p:cNvSpPr/>
          <p:nvPr/>
        </p:nvSpPr>
        <p:spPr>
          <a:xfrm>
            <a:off x="2411491" y="5238743"/>
            <a:ext cx="1209996" cy="640346"/>
          </a:xfrm>
          <a:prstGeom prst="rect">
            <a:avLst/>
          </a:prstGeom>
          <a:solidFill>
            <a:srgbClr val="C5D8F1"/>
          </a:solidFill>
          <a:ln cap="flat" cmpd="sng" w="9525">
            <a:solidFill>
              <a:srgbClr val="006DB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Input</a:t>
            </a:r>
            <a:endParaRPr sz="2400">
              <a:solidFill>
                <a:schemeClr val="dk1"/>
              </a:solidFill>
              <a:latin typeface="Calibri"/>
              <a:ea typeface="Calibri"/>
              <a:cs typeface="Calibri"/>
              <a:sym typeface="Calibri"/>
            </a:endParaRPr>
          </a:p>
        </p:txBody>
      </p:sp>
      <p:sp>
        <p:nvSpPr>
          <p:cNvPr id="1192" name="Google Shape;1192;p23"/>
          <p:cNvSpPr/>
          <p:nvPr/>
        </p:nvSpPr>
        <p:spPr>
          <a:xfrm>
            <a:off x="8238640" y="5259228"/>
            <a:ext cx="1248189" cy="655500"/>
          </a:xfrm>
          <a:prstGeom prst="rect">
            <a:avLst/>
          </a:prstGeom>
          <a:solidFill>
            <a:srgbClr val="C5D8F1"/>
          </a:solidFill>
          <a:ln cap="flat" cmpd="sng" w="9525">
            <a:solidFill>
              <a:srgbClr val="006DB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Output</a:t>
            </a:r>
            <a:endParaRPr sz="2400">
              <a:solidFill>
                <a:schemeClr val="dk1"/>
              </a:solidFill>
              <a:latin typeface="Calibri"/>
              <a:ea typeface="Calibri"/>
              <a:cs typeface="Calibri"/>
              <a:sym typeface="Calibri"/>
            </a:endParaRPr>
          </a:p>
        </p:txBody>
      </p:sp>
      <p:sp>
        <p:nvSpPr>
          <p:cNvPr id="1193" name="Google Shape;1193;p23"/>
          <p:cNvSpPr/>
          <p:nvPr/>
        </p:nvSpPr>
        <p:spPr>
          <a:xfrm>
            <a:off x="4368505" y="5259228"/>
            <a:ext cx="1316427" cy="638430"/>
          </a:xfrm>
          <a:prstGeom prst="roundRect">
            <a:avLst>
              <a:gd fmla="val 16667" name="adj"/>
            </a:avLst>
          </a:prstGeom>
          <a:solidFill>
            <a:srgbClr val="FF3F40"/>
          </a:solidFill>
          <a:ln cap="flat" cmpd="sng" w="9525">
            <a:solidFill>
              <a:srgbClr val="006DB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Map</a:t>
            </a:r>
            <a:endParaRPr sz="2400">
              <a:solidFill>
                <a:schemeClr val="dk1"/>
              </a:solidFill>
              <a:latin typeface="Calibri"/>
              <a:ea typeface="Calibri"/>
              <a:cs typeface="Calibri"/>
              <a:sym typeface="Calibri"/>
            </a:endParaRPr>
          </a:p>
        </p:txBody>
      </p:sp>
      <p:sp>
        <p:nvSpPr>
          <p:cNvPr id="1194" name="Google Shape;1194;p23"/>
          <p:cNvSpPr/>
          <p:nvPr/>
        </p:nvSpPr>
        <p:spPr>
          <a:xfrm>
            <a:off x="6443977" y="5242158"/>
            <a:ext cx="1194847" cy="655500"/>
          </a:xfrm>
          <a:prstGeom prst="roundRect">
            <a:avLst>
              <a:gd fmla="val 16667" name="adj"/>
            </a:avLst>
          </a:prstGeom>
          <a:solidFill>
            <a:srgbClr val="FF3F40"/>
          </a:solidFill>
          <a:ln cap="flat" cmpd="sng" w="9525">
            <a:solidFill>
              <a:srgbClr val="006DB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Reduce</a:t>
            </a:r>
            <a:endParaRPr sz="2400">
              <a:solidFill>
                <a:schemeClr val="dk1"/>
              </a:solidFill>
              <a:latin typeface="Calibri"/>
              <a:ea typeface="Calibri"/>
              <a:cs typeface="Calibri"/>
              <a:sym typeface="Calibri"/>
            </a:endParaRPr>
          </a:p>
        </p:txBody>
      </p:sp>
      <p:cxnSp>
        <p:nvCxnSpPr>
          <p:cNvPr id="1195" name="Google Shape;1195;p23"/>
          <p:cNvCxnSpPr>
            <a:endCxn id="1195" idx="1"/>
          </p:cNvCxnSpPr>
          <p:nvPr/>
        </p:nvCxnSpPr>
        <p:spPr>
          <a:xfrm>
            <a:off x="3650197" y="5569908"/>
            <a:ext cx="689700" cy="3300"/>
          </a:xfrm>
          <a:prstGeom prst="straightConnector1">
            <a:avLst/>
          </a:prstGeom>
          <a:noFill/>
          <a:ln cap="flat" cmpd="sng" w="25400">
            <a:solidFill>
              <a:srgbClr val="0084B4"/>
            </a:solidFill>
            <a:prstDash val="solid"/>
            <a:round/>
            <a:headEnd len="sm" w="sm" type="none"/>
            <a:tailEnd len="med" w="med" type="stealth"/>
          </a:ln>
          <a:effectLst>
            <a:outerShdw blurRad="40000" rotWithShape="0" dir="5400000" dist="20000">
              <a:srgbClr val="000000">
                <a:alpha val="37647"/>
              </a:srgbClr>
            </a:outerShdw>
          </a:effectLst>
        </p:spPr>
      </p:cxnSp>
      <p:cxnSp>
        <p:nvCxnSpPr>
          <p:cNvPr id="1196" name="Google Shape;1196;p23"/>
          <p:cNvCxnSpPr>
            <a:endCxn id="1196" idx="1"/>
          </p:cNvCxnSpPr>
          <p:nvPr/>
        </p:nvCxnSpPr>
        <p:spPr>
          <a:xfrm>
            <a:off x="5713412" y="5576735"/>
            <a:ext cx="730500" cy="0"/>
          </a:xfrm>
          <a:prstGeom prst="straightConnector1">
            <a:avLst/>
          </a:prstGeom>
          <a:noFill/>
          <a:ln cap="flat" cmpd="sng" w="25400">
            <a:solidFill>
              <a:srgbClr val="0084B4"/>
            </a:solidFill>
            <a:prstDash val="solid"/>
            <a:round/>
            <a:headEnd len="sm" w="sm" type="none"/>
            <a:tailEnd len="med" w="med" type="stealth"/>
          </a:ln>
          <a:effectLst>
            <a:outerShdw blurRad="40000" rotWithShape="0" dir="5400000" dist="20000">
              <a:srgbClr val="000000">
                <a:alpha val="37647"/>
              </a:srgbClr>
            </a:outerShdw>
          </a:effectLst>
        </p:spPr>
      </p:cxnSp>
      <p:cxnSp>
        <p:nvCxnSpPr>
          <p:cNvPr id="1197" name="Google Shape;1197;p23"/>
          <p:cNvCxnSpPr/>
          <p:nvPr/>
        </p:nvCxnSpPr>
        <p:spPr>
          <a:xfrm>
            <a:off x="7638824" y="5569908"/>
            <a:ext cx="596200" cy="3414"/>
          </a:xfrm>
          <a:prstGeom prst="straightConnector1">
            <a:avLst/>
          </a:prstGeom>
          <a:noFill/>
          <a:ln cap="flat" cmpd="sng" w="25400">
            <a:solidFill>
              <a:srgbClr val="0084B4"/>
            </a:solidFill>
            <a:prstDash val="solid"/>
            <a:round/>
            <a:headEnd len="sm" w="sm" type="none"/>
            <a:tailEnd len="med" w="med" type="stealth"/>
          </a:ln>
          <a:effectLst>
            <a:outerShdw blurRad="40000" rotWithShape="0" dir="5400000" dist="20000">
              <a:srgbClr val="000000">
                <a:alpha val="37647"/>
              </a:srgbClr>
            </a:outerShdw>
          </a:effectLst>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p24"/>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latin typeface="Calibri"/>
                <a:ea typeface="Calibri"/>
                <a:cs typeface="Calibri"/>
                <a:sym typeface="Calibri"/>
              </a:rPr>
              <a:t>Back to the counting problem?</a:t>
            </a:r>
            <a:endParaRPr b="1">
              <a:solidFill>
                <a:schemeClr val="dk2"/>
              </a:solidFill>
              <a:latin typeface="Calibri"/>
              <a:ea typeface="Calibri"/>
              <a:cs typeface="Calibri"/>
              <a:sym typeface="Calibri"/>
            </a:endParaRPr>
          </a:p>
        </p:txBody>
      </p:sp>
      <p:pic>
        <p:nvPicPr>
          <p:cNvPr id="1204" name="Google Shape;1204;p24"/>
          <p:cNvPicPr preferRelativeResize="0"/>
          <p:nvPr>
            <p:ph idx="1" type="body"/>
          </p:nvPr>
        </p:nvPicPr>
        <p:blipFill rotWithShape="1">
          <a:blip r:embed="rId3">
            <a:alphaModFix/>
          </a:blip>
          <a:srcRect b="0" l="0" r="0" t="0"/>
          <a:stretch/>
        </p:blipFill>
        <p:spPr>
          <a:xfrm>
            <a:off x="912812" y="1719695"/>
            <a:ext cx="1551264" cy="3842905"/>
          </a:xfrm>
          <a:prstGeom prst="rect">
            <a:avLst/>
          </a:prstGeom>
          <a:noFill/>
          <a:ln>
            <a:noFill/>
          </a:ln>
        </p:spPr>
      </p:pic>
      <p:cxnSp>
        <p:nvCxnSpPr>
          <p:cNvPr id="1205" name="Google Shape;1205;p24"/>
          <p:cNvCxnSpPr/>
          <p:nvPr/>
        </p:nvCxnSpPr>
        <p:spPr>
          <a:xfrm>
            <a:off x="684212" y="2667000"/>
            <a:ext cx="2057400" cy="0"/>
          </a:xfrm>
          <a:prstGeom prst="straightConnector1">
            <a:avLst/>
          </a:prstGeom>
          <a:noFill/>
          <a:ln cap="flat" cmpd="sng" w="9525">
            <a:solidFill>
              <a:srgbClr val="006DBF"/>
            </a:solidFill>
            <a:prstDash val="solid"/>
            <a:round/>
            <a:headEnd len="sm" w="sm" type="none"/>
            <a:tailEnd len="sm" w="sm" type="none"/>
          </a:ln>
        </p:spPr>
      </p:cxnSp>
      <p:cxnSp>
        <p:nvCxnSpPr>
          <p:cNvPr id="1206" name="Google Shape;1206;p24"/>
          <p:cNvCxnSpPr/>
          <p:nvPr/>
        </p:nvCxnSpPr>
        <p:spPr>
          <a:xfrm>
            <a:off x="684212" y="3657600"/>
            <a:ext cx="2057400" cy="0"/>
          </a:xfrm>
          <a:prstGeom prst="straightConnector1">
            <a:avLst/>
          </a:prstGeom>
          <a:noFill/>
          <a:ln cap="flat" cmpd="sng" w="9525">
            <a:solidFill>
              <a:srgbClr val="006DBF"/>
            </a:solidFill>
            <a:prstDash val="solid"/>
            <a:round/>
            <a:headEnd len="sm" w="sm" type="none"/>
            <a:tailEnd len="sm" w="sm" type="none"/>
          </a:ln>
        </p:spPr>
      </p:cxnSp>
      <p:cxnSp>
        <p:nvCxnSpPr>
          <p:cNvPr id="1207" name="Google Shape;1207;p24"/>
          <p:cNvCxnSpPr/>
          <p:nvPr/>
        </p:nvCxnSpPr>
        <p:spPr>
          <a:xfrm>
            <a:off x="684212" y="4495800"/>
            <a:ext cx="2057400" cy="0"/>
          </a:xfrm>
          <a:prstGeom prst="straightConnector1">
            <a:avLst/>
          </a:prstGeom>
          <a:noFill/>
          <a:ln cap="flat" cmpd="sng" w="9525">
            <a:solidFill>
              <a:srgbClr val="006DBF"/>
            </a:solidFill>
            <a:prstDash val="solid"/>
            <a:round/>
            <a:headEnd len="sm" w="sm" type="none"/>
            <a:tailEnd len="sm" w="sm" type="none"/>
          </a:ln>
        </p:spPr>
      </p:cxnSp>
      <p:sp>
        <p:nvSpPr>
          <p:cNvPr id="1208" name="Google Shape;1208;p24"/>
          <p:cNvSpPr/>
          <p:nvPr/>
        </p:nvSpPr>
        <p:spPr>
          <a:xfrm>
            <a:off x="3275012" y="1953768"/>
            <a:ext cx="978408" cy="484632"/>
          </a:xfrm>
          <a:prstGeom prst="righ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209" name="Google Shape;1209;p24"/>
          <p:cNvSpPr/>
          <p:nvPr/>
        </p:nvSpPr>
        <p:spPr>
          <a:xfrm>
            <a:off x="3275012" y="2971800"/>
            <a:ext cx="978408" cy="484632"/>
          </a:xfrm>
          <a:prstGeom prst="righ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210" name="Google Shape;1210;p24"/>
          <p:cNvSpPr/>
          <p:nvPr/>
        </p:nvSpPr>
        <p:spPr>
          <a:xfrm>
            <a:off x="3287204" y="3886200"/>
            <a:ext cx="978408" cy="484632"/>
          </a:xfrm>
          <a:prstGeom prst="righ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211" name="Google Shape;1211;p24"/>
          <p:cNvSpPr/>
          <p:nvPr/>
        </p:nvSpPr>
        <p:spPr>
          <a:xfrm>
            <a:off x="3287204" y="4773168"/>
            <a:ext cx="978408" cy="484632"/>
          </a:xfrm>
          <a:prstGeom prst="righ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212" name="Google Shape;1212;p24"/>
          <p:cNvSpPr txBox="1"/>
          <p:nvPr/>
        </p:nvSpPr>
        <p:spPr>
          <a:xfrm>
            <a:off x="4673015" y="1495253"/>
            <a:ext cx="34977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 </a:t>
            </a:r>
            <a:endParaRPr/>
          </a:p>
        </p:txBody>
      </p:sp>
      <p:sp>
        <p:nvSpPr>
          <p:cNvPr id="1213" name="Google Shape;1213;p24"/>
          <p:cNvSpPr txBox="1"/>
          <p:nvPr/>
        </p:nvSpPr>
        <p:spPr>
          <a:xfrm>
            <a:off x="4986702" y="1519535"/>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a:t>
            </a:r>
            <a:endParaRPr/>
          </a:p>
        </p:txBody>
      </p:sp>
      <p:pic>
        <p:nvPicPr>
          <p:cNvPr id="1214" name="Google Shape;1214;p24"/>
          <p:cNvPicPr preferRelativeResize="0"/>
          <p:nvPr/>
        </p:nvPicPr>
        <p:blipFill rotWithShape="1">
          <a:blip r:embed="rId4">
            <a:alphaModFix/>
          </a:blip>
          <a:srcRect b="0" l="0" r="0" t="0"/>
          <a:stretch/>
        </p:blipFill>
        <p:spPr>
          <a:xfrm>
            <a:off x="4875212" y="1990725"/>
            <a:ext cx="266700" cy="219075"/>
          </a:xfrm>
          <a:prstGeom prst="rect">
            <a:avLst/>
          </a:prstGeom>
          <a:noFill/>
          <a:ln>
            <a:noFill/>
          </a:ln>
        </p:spPr>
      </p:pic>
      <p:sp>
        <p:nvSpPr>
          <p:cNvPr id="1215" name="Google Shape;1215;p24"/>
          <p:cNvSpPr txBox="1"/>
          <p:nvPr/>
        </p:nvSpPr>
        <p:spPr>
          <a:xfrm>
            <a:off x="4986702" y="1828800"/>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216" name="Google Shape;1216;p24"/>
          <p:cNvSpPr txBox="1"/>
          <p:nvPr/>
        </p:nvSpPr>
        <p:spPr>
          <a:xfrm>
            <a:off x="4875212" y="2057400"/>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pic>
        <p:nvPicPr>
          <p:cNvPr id="1217" name="Google Shape;1217;p24"/>
          <p:cNvPicPr preferRelativeResize="0"/>
          <p:nvPr/>
        </p:nvPicPr>
        <p:blipFill rotWithShape="1">
          <a:blip r:embed="rId5">
            <a:alphaModFix/>
          </a:blip>
          <a:srcRect b="0" l="0" r="0" t="0"/>
          <a:stretch/>
        </p:blipFill>
        <p:spPr>
          <a:xfrm>
            <a:off x="4884737" y="1600200"/>
            <a:ext cx="219075" cy="257175"/>
          </a:xfrm>
          <a:prstGeom prst="rect">
            <a:avLst/>
          </a:prstGeom>
          <a:noFill/>
          <a:ln>
            <a:noFill/>
          </a:ln>
        </p:spPr>
      </p:pic>
      <p:pic>
        <p:nvPicPr>
          <p:cNvPr id="1218" name="Google Shape;1218;p24"/>
          <p:cNvPicPr preferRelativeResize="0"/>
          <p:nvPr/>
        </p:nvPicPr>
        <p:blipFill rotWithShape="1">
          <a:blip r:embed="rId5">
            <a:alphaModFix/>
          </a:blip>
          <a:srcRect b="0" l="0" r="0" t="0"/>
          <a:stretch/>
        </p:blipFill>
        <p:spPr>
          <a:xfrm>
            <a:off x="4875212" y="2971800"/>
            <a:ext cx="219075" cy="257175"/>
          </a:xfrm>
          <a:prstGeom prst="rect">
            <a:avLst/>
          </a:prstGeom>
          <a:noFill/>
          <a:ln>
            <a:noFill/>
          </a:ln>
        </p:spPr>
      </p:pic>
      <p:sp>
        <p:nvSpPr>
          <p:cNvPr id="1219" name="Google Shape;1219;p24"/>
          <p:cNvSpPr txBox="1"/>
          <p:nvPr/>
        </p:nvSpPr>
        <p:spPr>
          <a:xfrm>
            <a:off x="4649102" y="2828745"/>
            <a:ext cx="2808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220" name="Google Shape;1220;p24"/>
          <p:cNvSpPr txBox="1"/>
          <p:nvPr/>
        </p:nvSpPr>
        <p:spPr>
          <a:xfrm>
            <a:off x="4986702" y="2891135"/>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1221" name="Google Shape;1221;p24"/>
          <p:cNvSpPr txBox="1"/>
          <p:nvPr/>
        </p:nvSpPr>
        <p:spPr>
          <a:xfrm>
            <a:off x="4875212" y="3124200"/>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pic>
        <p:nvPicPr>
          <p:cNvPr id="1222" name="Google Shape;1222;p24"/>
          <p:cNvPicPr preferRelativeResize="0"/>
          <p:nvPr/>
        </p:nvPicPr>
        <p:blipFill rotWithShape="1">
          <a:blip r:embed="rId6">
            <a:alphaModFix/>
          </a:blip>
          <a:srcRect b="0" l="0" r="0" t="0"/>
          <a:stretch/>
        </p:blipFill>
        <p:spPr>
          <a:xfrm>
            <a:off x="4911724" y="3880866"/>
            <a:ext cx="238125" cy="247650"/>
          </a:xfrm>
          <a:prstGeom prst="rect">
            <a:avLst/>
          </a:prstGeom>
          <a:noFill/>
          <a:ln>
            <a:noFill/>
          </a:ln>
        </p:spPr>
      </p:pic>
      <p:sp>
        <p:nvSpPr>
          <p:cNvPr id="1223" name="Google Shape;1223;p24"/>
          <p:cNvSpPr txBox="1"/>
          <p:nvPr/>
        </p:nvSpPr>
        <p:spPr>
          <a:xfrm>
            <a:off x="4713390" y="3773858"/>
            <a:ext cx="27135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224" name="Google Shape;1224;p24"/>
          <p:cNvSpPr txBox="1"/>
          <p:nvPr/>
        </p:nvSpPr>
        <p:spPr>
          <a:xfrm>
            <a:off x="5088740" y="3795943"/>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225" name="Google Shape;1225;p24"/>
          <p:cNvSpPr txBox="1"/>
          <p:nvPr/>
        </p:nvSpPr>
        <p:spPr>
          <a:xfrm>
            <a:off x="4894889" y="4102975"/>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pic>
        <p:nvPicPr>
          <p:cNvPr id="1226" name="Google Shape;1226;p24"/>
          <p:cNvPicPr preferRelativeResize="0"/>
          <p:nvPr/>
        </p:nvPicPr>
        <p:blipFill rotWithShape="1">
          <a:blip r:embed="rId7">
            <a:alphaModFix/>
          </a:blip>
          <a:srcRect b="0" l="0" r="0" t="0"/>
          <a:stretch/>
        </p:blipFill>
        <p:spPr>
          <a:xfrm>
            <a:off x="4951412" y="4867275"/>
            <a:ext cx="247650" cy="238125"/>
          </a:xfrm>
          <a:prstGeom prst="rect">
            <a:avLst/>
          </a:prstGeom>
          <a:noFill/>
          <a:ln>
            <a:noFill/>
          </a:ln>
        </p:spPr>
      </p:pic>
      <p:sp>
        <p:nvSpPr>
          <p:cNvPr id="1227" name="Google Shape;1227;p24"/>
          <p:cNvSpPr txBox="1"/>
          <p:nvPr/>
        </p:nvSpPr>
        <p:spPr>
          <a:xfrm>
            <a:off x="4722812" y="4719935"/>
            <a:ext cx="2808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228" name="Google Shape;1228;p24"/>
          <p:cNvSpPr txBox="1"/>
          <p:nvPr/>
        </p:nvSpPr>
        <p:spPr>
          <a:xfrm>
            <a:off x="5103812" y="4728661"/>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229" name="Google Shape;1229;p24"/>
          <p:cNvSpPr txBox="1"/>
          <p:nvPr/>
        </p:nvSpPr>
        <p:spPr>
          <a:xfrm>
            <a:off x="4924193" y="5020723"/>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230" name="Google Shape;1230;p24"/>
          <p:cNvSpPr txBox="1"/>
          <p:nvPr/>
        </p:nvSpPr>
        <p:spPr>
          <a:xfrm>
            <a:off x="7161212" y="1506031"/>
            <a:ext cx="435653" cy="4627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pic>
        <p:nvPicPr>
          <p:cNvPr id="1231" name="Google Shape;1231;p24"/>
          <p:cNvPicPr preferRelativeResize="0"/>
          <p:nvPr/>
        </p:nvPicPr>
        <p:blipFill rotWithShape="1">
          <a:blip r:embed="rId7">
            <a:alphaModFix/>
          </a:blip>
          <a:srcRect b="0" l="0" r="0" t="0"/>
          <a:stretch/>
        </p:blipFill>
        <p:spPr>
          <a:xfrm>
            <a:off x="7389812" y="1676400"/>
            <a:ext cx="247650" cy="238125"/>
          </a:xfrm>
          <a:prstGeom prst="rect">
            <a:avLst/>
          </a:prstGeom>
          <a:noFill/>
          <a:ln>
            <a:noFill/>
          </a:ln>
        </p:spPr>
      </p:pic>
      <p:sp>
        <p:nvSpPr>
          <p:cNvPr id="1232" name="Google Shape;1232;p24"/>
          <p:cNvSpPr txBox="1"/>
          <p:nvPr/>
        </p:nvSpPr>
        <p:spPr>
          <a:xfrm>
            <a:off x="7501302" y="1524000"/>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:8</a:t>
            </a:r>
            <a:endParaRPr/>
          </a:p>
        </p:txBody>
      </p:sp>
      <p:pic>
        <p:nvPicPr>
          <p:cNvPr id="1233" name="Google Shape;1233;p24"/>
          <p:cNvPicPr preferRelativeResize="0"/>
          <p:nvPr/>
        </p:nvPicPr>
        <p:blipFill rotWithShape="1">
          <a:blip r:embed="rId8">
            <a:alphaModFix/>
          </a:blip>
          <a:srcRect b="0" l="0" r="0" t="0"/>
          <a:stretch/>
        </p:blipFill>
        <p:spPr>
          <a:xfrm>
            <a:off x="7446962" y="1981200"/>
            <a:ext cx="247650" cy="228600"/>
          </a:xfrm>
          <a:prstGeom prst="rect">
            <a:avLst/>
          </a:prstGeom>
          <a:noFill/>
          <a:ln>
            <a:noFill/>
          </a:ln>
        </p:spPr>
      </p:pic>
      <p:sp>
        <p:nvSpPr>
          <p:cNvPr id="1234" name="Google Shape;1234;p24"/>
          <p:cNvSpPr txBox="1"/>
          <p:nvPr/>
        </p:nvSpPr>
        <p:spPr>
          <a:xfrm>
            <a:off x="7577502" y="1828800"/>
            <a:ext cx="51809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:4}</a:t>
            </a:r>
            <a:endParaRPr/>
          </a:p>
        </p:txBody>
      </p:sp>
      <p:pic>
        <p:nvPicPr>
          <p:cNvPr id="1235" name="Google Shape;1235;p24"/>
          <p:cNvPicPr preferRelativeResize="0"/>
          <p:nvPr/>
        </p:nvPicPr>
        <p:blipFill rotWithShape="1">
          <a:blip r:embed="rId6">
            <a:alphaModFix/>
          </a:blip>
          <a:srcRect b="0" l="0" r="0" t="0"/>
          <a:stretch/>
        </p:blipFill>
        <p:spPr>
          <a:xfrm>
            <a:off x="7532687" y="3943350"/>
            <a:ext cx="238125" cy="247650"/>
          </a:xfrm>
          <a:prstGeom prst="rect">
            <a:avLst/>
          </a:prstGeom>
          <a:noFill/>
          <a:ln>
            <a:noFill/>
          </a:ln>
        </p:spPr>
      </p:pic>
      <p:pic>
        <p:nvPicPr>
          <p:cNvPr id="1236" name="Google Shape;1236;p24"/>
          <p:cNvPicPr preferRelativeResize="0"/>
          <p:nvPr/>
        </p:nvPicPr>
        <p:blipFill rotWithShape="1">
          <a:blip r:embed="rId9">
            <a:alphaModFix/>
          </a:blip>
          <a:srcRect b="0" l="0" r="0" t="0"/>
          <a:stretch/>
        </p:blipFill>
        <p:spPr>
          <a:xfrm>
            <a:off x="7458752" y="3005931"/>
            <a:ext cx="276225" cy="219075"/>
          </a:xfrm>
          <a:prstGeom prst="rect">
            <a:avLst/>
          </a:prstGeom>
          <a:noFill/>
          <a:ln>
            <a:noFill/>
          </a:ln>
        </p:spPr>
      </p:pic>
      <p:sp>
        <p:nvSpPr>
          <p:cNvPr id="1237" name="Google Shape;1237;p24"/>
          <p:cNvSpPr txBox="1"/>
          <p:nvPr/>
        </p:nvSpPr>
        <p:spPr>
          <a:xfrm>
            <a:off x="7649535" y="2885869"/>
            <a:ext cx="51809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:5}</a:t>
            </a:r>
            <a:endParaRPr/>
          </a:p>
        </p:txBody>
      </p:sp>
      <p:sp>
        <p:nvSpPr>
          <p:cNvPr id="1238" name="Google Shape;1238;p24"/>
          <p:cNvSpPr txBox="1"/>
          <p:nvPr/>
        </p:nvSpPr>
        <p:spPr>
          <a:xfrm>
            <a:off x="7653702" y="3805535"/>
            <a:ext cx="51809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:4}</a:t>
            </a:r>
            <a:endParaRPr/>
          </a:p>
        </p:txBody>
      </p:sp>
      <p:pic>
        <p:nvPicPr>
          <p:cNvPr id="1239" name="Google Shape;1239;p24"/>
          <p:cNvPicPr preferRelativeResize="0"/>
          <p:nvPr/>
        </p:nvPicPr>
        <p:blipFill rotWithShape="1">
          <a:blip r:embed="rId10">
            <a:alphaModFix/>
          </a:blip>
          <a:srcRect b="0" l="0" r="0" t="0"/>
          <a:stretch/>
        </p:blipFill>
        <p:spPr>
          <a:xfrm>
            <a:off x="7466012" y="4812706"/>
            <a:ext cx="257175" cy="180975"/>
          </a:xfrm>
          <a:prstGeom prst="rect">
            <a:avLst/>
          </a:prstGeom>
          <a:noFill/>
          <a:ln>
            <a:noFill/>
          </a:ln>
        </p:spPr>
      </p:pic>
      <p:sp>
        <p:nvSpPr>
          <p:cNvPr id="1240" name="Google Shape;1240;p24"/>
          <p:cNvSpPr txBox="1"/>
          <p:nvPr/>
        </p:nvSpPr>
        <p:spPr>
          <a:xfrm>
            <a:off x="7618412" y="4649597"/>
            <a:ext cx="51809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1241" name="Google Shape;1241;p24"/>
          <p:cNvSpPr txBox="1"/>
          <p:nvPr/>
        </p:nvSpPr>
        <p:spPr>
          <a:xfrm>
            <a:off x="7273298" y="2869554"/>
            <a:ext cx="2808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242" name="Google Shape;1242;p24"/>
          <p:cNvSpPr txBox="1"/>
          <p:nvPr/>
        </p:nvSpPr>
        <p:spPr>
          <a:xfrm>
            <a:off x="7313612" y="4649597"/>
            <a:ext cx="44517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243" name="Google Shape;1243;p24"/>
          <p:cNvSpPr txBox="1"/>
          <p:nvPr/>
        </p:nvSpPr>
        <p:spPr>
          <a:xfrm>
            <a:off x="7337566" y="3810000"/>
            <a:ext cx="2808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cxnSp>
        <p:nvCxnSpPr>
          <p:cNvPr id="1244" name="Google Shape;1244;p24"/>
          <p:cNvCxnSpPr/>
          <p:nvPr/>
        </p:nvCxnSpPr>
        <p:spPr>
          <a:xfrm flipH="1" rot="10800000">
            <a:off x="5735289" y="1857375"/>
            <a:ext cx="1425923" cy="57150"/>
          </a:xfrm>
          <a:prstGeom prst="straightConnector1">
            <a:avLst/>
          </a:prstGeom>
          <a:noFill/>
          <a:ln cap="flat" cmpd="sng" w="9525">
            <a:solidFill>
              <a:srgbClr val="006DBF"/>
            </a:solidFill>
            <a:prstDash val="solid"/>
            <a:round/>
            <a:headEnd len="sm" w="sm" type="none"/>
            <a:tailEnd len="med" w="med" type="triangle"/>
          </a:ln>
        </p:spPr>
      </p:cxnSp>
      <p:cxnSp>
        <p:nvCxnSpPr>
          <p:cNvPr id="1245" name="Google Shape;1245;p24"/>
          <p:cNvCxnSpPr>
            <a:endCxn id="1241" idx="1"/>
          </p:cNvCxnSpPr>
          <p:nvPr/>
        </p:nvCxnSpPr>
        <p:spPr>
          <a:xfrm>
            <a:off x="5713298" y="1914486"/>
            <a:ext cx="1560000" cy="1185900"/>
          </a:xfrm>
          <a:prstGeom prst="straightConnector1">
            <a:avLst/>
          </a:prstGeom>
          <a:noFill/>
          <a:ln cap="flat" cmpd="sng" w="9525">
            <a:solidFill>
              <a:srgbClr val="006DBF"/>
            </a:solidFill>
            <a:prstDash val="solid"/>
            <a:round/>
            <a:headEnd len="sm" w="sm" type="none"/>
            <a:tailEnd len="med" w="med" type="triangle"/>
          </a:ln>
        </p:spPr>
      </p:cxnSp>
      <p:cxnSp>
        <p:nvCxnSpPr>
          <p:cNvPr id="1246" name="Google Shape;1246;p24"/>
          <p:cNvCxnSpPr>
            <a:endCxn id="1243" idx="1"/>
          </p:cNvCxnSpPr>
          <p:nvPr/>
        </p:nvCxnSpPr>
        <p:spPr>
          <a:xfrm>
            <a:off x="5709466" y="1946832"/>
            <a:ext cx="1628100" cy="2094000"/>
          </a:xfrm>
          <a:prstGeom prst="straightConnector1">
            <a:avLst/>
          </a:prstGeom>
          <a:noFill/>
          <a:ln cap="flat" cmpd="sng" w="9525">
            <a:solidFill>
              <a:srgbClr val="006DBF"/>
            </a:solidFill>
            <a:prstDash val="solid"/>
            <a:round/>
            <a:headEnd len="sm" w="sm" type="none"/>
            <a:tailEnd len="med" w="med" type="triangle"/>
          </a:ln>
        </p:spPr>
      </p:cxnSp>
      <p:cxnSp>
        <p:nvCxnSpPr>
          <p:cNvPr id="1247" name="Google Shape;1247;p24"/>
          <p:cNvCxnSpPr>
            <a:endCxn id="1242" idx="1"/>
          </p:cNvCxnSpPr>
          <p:nvPr/>
        </p:nvCxnSpPr>
        <p:spPr>
          <a:xfrm>
            <a:off x="5735312" y="1953629"/>
            <a:ext cx="1578300" cy="2926800"/>
          </a:xfrm>
          <a:prstGeom prst="straightConnector1">
            <a:avLst/>
          </a:prstGeom>
          <a:noFill/>
          <a:ln cap="flat" cmpd="sng" w="9525">
            <a:solidFill>
              <a:srgbClr val="006DBF"/>
            </a:solidFill>
            <a:prstDash val="solid"/>
            <a:round/>
            <a:headEnd len="sm" w="sm" type="none"/>
            <a:tailEnd len="med" w="med" type="triangle"/>
          </a:ln>
        </p:spPr>
      </p:cxnSp>
      <p:cxnSp>
        <p:nvCxnSpPr>
          <p:cNvPr id="1248" name="Google Shape;1248;p24"/>
          <p:cNvCxnSpPr/>
          <p:nvPr/>
        </p:nvCxnSpPr>
        <p:spPr>
          <a:xfrm flipH="1" rot="10800000">
            <a:off x="5735289" y="1885950"/>
            <a:ext cx="1425923" cy="1328166"/>
          </a:xfrm>
          <a:prstGeom prst="straightConnector1">
            <a:avLst/>
          </a:prstGeom>
          <a:noFill/>
          <a:ln cap="flat" cmpd="sng" w="9525">
            <a:solidFill>
              <a:srgbClr val="006DBF"/>
            </a:solidFill>
            <a:prstDash val="solid"/>
            <a:round/>
            <a:headEnd len="sm" w="sm" type="none"/>
            <a:tailEnd len="med" w="med" type="triangle"/>
          </a:ln>
        </p:spPr>
      </p:cxnSp>
      <p:cxnSp>
        <p:nvCxnSpPr>
          <p:cNvPr id="1249" name="Google Shape;1249;p24"/>
          <p:cNvCxnSpPr>
            <a:endCxn id="1241" idx="1"/>
          </p:cNvCxnSpPr>
          <p:nvPr/>
        </p:nvCxnSpPr>
        <p:spPr>
          <a:xfrm flipH="1" rot="10800000">
            <a:off x="5735198" y="3100386"/>
            <a:ext cx="1538100" cy="124500"/>
          </a:xfrm>
          <a:prstGeom prst="straightConnector1">
            <a:avLst/>
          </a:prstGeom>
          <a:noFill/>
          <a:ln cap="flat" cmpd="sng" w="9525">
            <a:solidFill>
              <a:srgbClr val="006DBF"/>
            </a:solidFill>
            <a:prstDash val="solid"/>
            <a:round/>
            <a:headEnd len="sm" w="sm" type="none"/>
            <a:tailEnd len="med" w="med" type="triangle"/>
          </a:ln>
        </p:spPr>
      </p:cxnSp>
      <p:cxnSp>
        <p:nvCxnSpPr>
          <p:cNvPr id="1250" name="Google Shape;1250;p24"/>
          <p:cNvCxnSpPr/>
          <p:nvPr/>
        </p:nvCxnSpPr>
        <p:spPr>
          <a:xfrm>
            <a:off x="5735289" y="3208671"/>
            <a:ext cx="1578323" cy="934250"/>
          </a:xfrm>
          <a:prstGeom prst="straightConnector1">
            <a:avLst/>
          </a:prstGeom>
          <a:noFill/>
          <a:ln cap="flat" cmpd="sng" w="9525">
            <a:solidFill>
              <a:srgbClr val="006DBF"/>
            </a:solidFill>
            <a:prstDash val="solid"/>
            <a:round/>
            <a:headEnd len="sm" w="sm" type="none"/>
            <a:tailEnd len="med" w="med" type="triangle"/>
          </a:ln>
        </p:spPr>
      </p:cxnSp>
      <p:cxnSp>
        <p:nvCxnSpPr>
          <p:cNvPr id="1251" name="Google Shape;1251;p24"/>
          <p:cNvCxnSpPr>
            <a:endCxn id="1242" idx="1"/>
          </p:cNvCxnSpPr>
          <p:nvPr/>
        </p:nvCxnSpPr>
        <p:spPr>
          <a:xfrm>
            <a:off x="5735312" y="3242729"/>
            <a:ext cx="1578300" cy="1637700"/>
          </a:xfrm>
          <a:prstGeom prst="straightConnector1">
            <a:avLst/>
          </a:prstGeom>
          <a:noFill/>
          <a:ln cap="flat" cmpd="sng" w="9525">
            <a:solidFill>
              <a:srgbClr val="006DBF"/>
            </a:solidFill>
            <a:prstDash val="solid"/>
            <a:round/>
            <a:headEnd len="sm" w="sm" type="none"/>
            <a:tailEnd len="med" w="med" type="triangle"/>
          </a:ln>
        </p:spPr>
      </p:cxnSp>
      <p:cxnSp>
        <p:nvCxnSpPr>
          <p:cNvPr id="1252" name="Google Shape;1252;p24"/>
          <p:cNvCxnSpPr>
            <a:endCxn id="1241" idx="1"/>
          </p:cNvCxnSpPr>
          <p:nvPr/>
        </p:nvCxnSpPr>
        <p:spPr>
          <a:xfrm flipH="1" rot="10800000">
            <a:off x="5874398" y="3100386"/>
            <a:ext cx="1398900" cy="1233300"/>
          </a:xfrm>
          <a:prstGeom prst="straightConnector1">
            <a:avLst/>
          </a:prstGeom>
          <a:noFill/>
          <a:ln cap="flat" cmpd="sng" w="9525">
            <a:solidFill>
              <a:srgbClr val="006DBF"/>
            </a:solidFill>
            <a:prstDash val="solid"/>
            <a:round/>
            <a:headEnd len="sm" w="sm" type="none"/>
            <a:tailEnd len="med" w="med" type="triangle"/>
          </a:ln>
        </p:spPr>
      </p:cxnSp>
      <p:cxnSp>
        <p:nvCxnSpPr>
          <p:cNvPr id="1253" name="Google Shape;1253;p24"/>
          <p:cNvCxnSpPr/>
          <p:nvPr/>
        </p:nvCxnSpPr>
        <p:spPr>
          <a:xfrm flipH="1" rot="10800000">
            <a:off x="5881480" y="1943100"/>
            <a:ext cx="1315022" cy="2390707"/>
          </a:xfrm>
          <a:prstGeom prst="straightConnector1">
            <a:avLst/>
          </a:prstGeom>
          <a:noFill/>
          <a:ln cap="flat" cmpd="sng" w="9525">
            <a:solidFill>
              <a:srgbClr val="006DBF"/>
            </a:solidFill>
            <a:prstDash val="solid"/>
            <a:round/>
            <a:headEnd len="sm" w="sm" type="none"/>
            <a:tailEnd len="med" w="med" type="triangle"/>
          </a:ln>
        </p:spPr>
      </p:cxnSp>
      <p:cxnSp>
        <p:nvCxnSpPr>
          <p:cNvPr id="1254" name="Google Shape;1254;p24"/>
          <p:cNvCxnSpPr>
            <a:endCxn id="1243" idx="1"/>
          </p:cNvCxnSpPr>
          <p:nvPr/>
        </p:nvCxnSpPr>
        <p:spPr>
          <a:xfrm flipH="1" rot="10800000">
            <a:off x="5913166" y="4040832"/>
            <a:ext cx="1424400" cy="226500"/>
          </a:xfrm>
          <a:prstGeom prst="straightConnector1">
            <a:avLst/>
          </a:prstGeom>
          <a:noFill/>
          <a:ln cap="flat" cmpd="sng" w="9525">
            <a:solidFill>
              <a:srgbClr val="006DBF"/>
            </a:solidFill>
            <a:prstDash val="solid"/>
            <a:round/>
            <a:headEnd len="sm" w="sm" type="none"/>
            <a:tailEnd len="med" w="med" type="triangle"/>
          </a:ln>
        </p:spPr>
      </p:cxnSp>
      <p:cxnSp>
        <p:nvCxnSpPr>
          <p:cNvPr id="1255" name="Google Shape;1255;p24"/>
          <p:cNvCxnSpPr>
            <a:endCxn id="1242" idx="1"/>
          </p:cNvCxnSpPr>
          <p:nvPr/>
        </p:nvCxnSpPr>
        <p:spPr>
          <a:xfrm>
            <a:off x="5929112" y="4282529"/>
            <a:ext cx="1384500" cy="597900"/>
          </a:xfrm>
          <a:prstGeom prst="straightConnector1">
            <a:avLst/>
          </a:prstGeom>
          <a:noFill/>
          <a:ln cap="flat" cmpd="sng" w="9525">
            <a:solidFill>
              <a:srgbClr val="006DBF"/>
            </a:solidFill>
            <a:prstDash val="solid"/>
            <a:round/>
            <a:headEnd len="sm" w="sm" type="none"/>
            <a:tailEnd len="med" w="med" type="triangle"/>
          </a:ln>
        </p:spPr>
      </p:cxnSp>
      <p:cxnSp>
        <p:nvCxnSpPr>
          <p:cNvPr id="1256" name="Google Shape;1256;p24"/>
          <p:cNvCxnSpPr/>
          <p:nvPr/>
        </p:nvCxnSpPr>
        <p:spPr>
          <a:xfrm flipH="1" rot="10800000">
            <a:off x="6018212" y="1990725"/>
            <a:ext cx="1255086" cy="3114675"/>
          </a:xfrm>
          <a:prstGeom prst="straightConnector1">
            <a:avLst/>
          </a:prstGeom>
          <a:noFill/>
          <a:ln cap="flat" cmpd="sng" w="9525">
            <a:solidFill>
              <a:srgbClr val="006DBF"/>
            </a:solidFill>
            <a:prstDash val="solid"/>
            <a:round/>
            <a:headEnd len="sm" w="sm" type="none"/>
            <a:tailEnd len="med" w="med" type="triangle"/>
          </a:ln>
        </p:spPr>
      </p:cxnSp>
      <p:cxnSp>
        <p:nvCxnSpPr>
          <p:cNvPr id="1257" name="Google Shape;1257;p24"/>
          <p:cNvCxnSpPr>
            <a:endCxn id="1241" idx="1"/>
          </p:cNvCxnSpPr>
          <p:nvPr/>
        </p:nvCxnSpPr>
        <p:spPr>
          <a:xfrm flipH="1" rot="10800000">
            <a:off x="6053498" y="3100386"/>
            <a:ext cx="1219800" cy="2004900"/>
          </a:xfrm>
          <a:prstGeom prst="straightConnector1">
            <a:avLst/>
          </a:prstGeom>
          <a:noFill/>
          <a:ln cap="flat" cmpd="sng" w="9525">
            <a:solidFill>
              <a:srgbClr val="006DBF"/>
            </a:solidFill>
            <a:prstDash val="solid"/>
            <a:round/>
            <a:headEnd len="sm" w="sm" type="none"/>
            <a:tailEnd len="med" w="med" type="triangle"/>
          </a:ln>
        </p:spPr>
      </p:cxnSp>
      <p:cxnSp>
        <p:nvCxnSpPr>
          <p:cNvPr id="1258" name="Google Shape;1258;p24"/>
          <p:cNvCxnSpPr>
            <a:endCxn id="1243" idx="1"/>
          </p:cNvCxnSpPr>
          <p:nvPr/>
        </p:nvCxnSpPr>
        <p:spPr>
          <a:xfrm flipH="1" rot="10800000">
            <a:off x="6053566" y="4040832"/>
            <a:ext cx="1284000" cy="1064700"/>
          </a:xfrm>
          <a:prstGeom prst="straightConnector1">
            <a:avLst/>
          </a:prstGeom>
          <a:noFill/>
          <a:ln cap="flat" cmpd="sng" w="9525">
            <a:solidFill>
              <a:srgbClr val="006DBF"/>
            </a:solidFill>
            <a:prstDash val="solid"/>
            <a:round/>
            <a:headEnd len="sm" w="sm" type="none"/>
            <a:tailEnd len="med" w="med" type="triangle"/>
          </a:ln>
        </p:spPr>
      </p:cxnSp>
      <p:cxnSp>
        <p:nvCxnSpPr>
          <p:cNvPr id="1259" name="Google Shape;1259;p24"/>
          <p:cNvCxnSpPr>
            <a:endCxn id="1242" idx="1"/>
          </p:cNvCxnSpPr>
          <p:nvPr/>
        </p:nvCxnSpPr>
        <p:spPr>
          <a:xfrm flipH="1" rot="10800000">
            <a:off x="6018212" y="4880429"/>
            <a:ext cx="1295400" cy="225000"/>
          </a:xfrm>
          <a:prstGeom prst="straightConnector1">
            <a:avLst/>
          </a:prstGeom>
          <a:noFill/>
          <a:ln cap="flat" cmpd="sng" w="9525">
            <a:solidFill>
              <a:srgbClr val="006DBF"/>
            </a:solidFill>
            <a:prstDash val="solid"/>
            <a:round/>
            <a:headEnd len="sm" w="sm" type="none"/>
            <a:tailEnd len="med" w="med" type="triangle"/>
          </a:ln>
        </p:spPr>
      </p:cxnSp>
      <p:sp>
        <p:nvSpPr>
          <p:cNvPr id="1260" name="Google Shape;1260;p24"/>
          <p:cNvSpPr/>
          <p:nvPr/>
        </p:nvSpPr>
        <p:spPr>
          <a:xfrm>
            <a:off x="2817812" y="1371600"/>
            <a:ext cx="2707910" cy="4267200"/>
          </a:xfrm>
          <a:prstGeom prst="rect">
            <a:avLst/>
          </a:prstGeom>
          <a:no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2"/>
                </a:solidFill>
                <a:latin typeface="Calibri"/>
                <a:ea typeface="Calibri"/>
                <a:cs typeface="Calibri"/>
                <a:sym typeface="Calibri"/>
              </a:rPr>
              <a:t>MAP</a:t>
            </a:r>
            <a:endParaRPr/>
          </a:p>
        </p:txBody>
      </p:sp>
      <p:sp>
        <p:nvSpPr>
          <p:cNvPr id="1261" name="Google Shape;1261;p24"/>
          <p:cNvSpPr/>
          <p:nvPr/>
        </p:nvSpPr>
        <p:spPr>
          <a:xfrm>
            <a:off x="5637212" y="1371600"/>
            <a:ext cx="2590800" cy="4267200"/>
          </a:xfrm>
          <a:prstGeom prst="rect">
            <a:avLst/>
          </a:prstGeom>
          <a:no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2"/>
                </a:solidFill>
                <a:latin typeface="Calibri"/>
                <a:ea typeface="Calibri"/>
                <a:cs typeface="Calibri"/>
                <a:sym typeface="Calibri"/>
              </a:rPr>
              <a:t>REDUCE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6" name="Shape 1266"/>
        <p:cNvGrpSpPr/>
        <p:nvPr/>
      </p:nvGrpSpPr>
      <p:grpSpPr>
        <a:xfrm>
          <a:off x="0" y="0"/>
          <a:ext cx="0" cy="0"/>
          <a:chOff x="0" y="0"/>
          <a:chExt cx="0" cy="0"/>
        </a:xfrm>
      </p:grpSpPr>
      <p:sp>
        <p:nvSpPr>
          <p:cNvPr id="1267" name="Google Shape;1267;p25"/>
          <p:cNvSpPr txBox="1"/>
          <p:nvPr>
            <p:ph type="title"/>
          </p:nvPr>
        </p:nvSpPr>
        <p:spPr>
          <a:xfrm>
            <a:off x="609441" y="274639"/>
            <a:ext cx="10969943" cy="107156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1"/>
              </a:buClr>
              <a:buSzPts val="3240"/>
              <a:buFont typeface="Calibri"/>
              <a:buNone/>
            </a:pPr>
            <a:r>
              <a:rPr lang="en-US" sz="3240">
                <a:latin typeface="Calibri"/>
                <a:ea typeface="Calibri"/>
                <a:cs typeface="Calibri"/>
                <a:sym typeface="Calibri"/>
              </a:rPr>
              <a:t>Another counting example:</a:t>
            </a:r>
            <a:br>
              <a:rPr lang="en-US" sz="3240">
                <a:latin typeface="Calibri"/>
                <a:ea typeface="Calibri"/>
                <a:cs typeface="Calibri"/>
                <a:sym typeface="Calibri"/>
              </a:rPr>
            </a:br>
            <a:r>
              <a:rPr lang="en-US" sz="3240">
                <a:latin typeface="Calibri"/>
                <a:ea typeface="Calibri"/>
                <a:cs typeface="Calibri"/>
                <a:sym typeface="Calibri"/>
              </a:rPr>
              <a:t>(</a:t>
            </a:r>
            <a:r>
              <a:rPr b="1" lang="en-US" sz="3240"/>
              <a:t>Dear, Bear, River, Car, Car, River, Deer, Car and Bear</a:t>
            </a:r>
            <a:r>
              <a:rPr lang="en-US" sz="3240">
                <a:latin typeface="Calibri"/>
                <a:ea typeface="Calibri"/>
                <a:cs typeface="Calibri"/>
                <a:sym typeface="Calibri"/>
              </a:rPr>
              <a:t>)</a:t>
            </a:r>
            <a:endParaRPr sz="3240">
              <a:latin typeface="Calibri"/>
              <a:ea typeface="Calibri"/>
              <a:cs typeface="Calibri"/>
              <a:sym typeface="Calibri"/>
            </a:endParaRPr>
          </a:p>
        </p:txBody>
      </p:sp>
      <p:pic>
        <p:nvPicPr>
          <p:cNvPr id="1268" name="Google Shape;1268;p25"/>
          <p:cNvPicPr preferRelativeResize="0"/>
          <p:nvPr>
            <p:ph idx="1" type="body"/>
          </p:nvPr>
        </p:nvPicPr>
        <p:blipFill rotWithShape="1">
          <a:blip r:embed="rId3">
            <a:alphaModFix/>
          </a:blip>
          <a:srcRect b="0" l="0" r="0" t="0"/>
          <a:stretch/>
        </p:blipFill>
        <p:spPr>
          <a:xfrm>
            <a:off x="379412" y="1523999"/>
            <a:ext cx="11353800" cy="50151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3" name="Shape 1273"/>
        <p:cNvGrpSpPr/>
        <p:nvPr/>
      </p:nvGrpSpPr>
      <p:grpSpPr>
        <a:xfrm>
          <a:off x="0" y="0"/>
          <a:ext cx="0" cy="0"/>
          <a:chOff x="0" y="0"/>
          <a:chExt cx="0" cy="0"/>
        </a:xfrm>
      </p:grpSpPr>
      <p:sp>
        <p:nvSpPr>
          <p:cNvPr id="1274" name="Google Shape;1274;p26"/>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Map Reduce: </a:t>
            </a:r>
            <a:r>
              <a:rPr b="1" lang="en-US">
                <a:solidFill>
                  <a:schemeClr val="dk2"/>
                </a:solidFill>
                <a:latin typeface="Calibri"/>
                <a:ea typeface="Calibri"/>
                <a:cs typeface="Calibri"/>
                <a:sym typeface="Calibri"/>
              </a:rPr>
              <a:t>it’s still boring ...</a:t>
            </a:r>
            <a:endParaRPr b="1">
              <a:solidFill>
                <a:schemeClr val="dk2"/>
              </a:solidFill>
              <a:latin typeface="Calibri"/>
              <a:ea typeface="Calibri"/>
              <a:cs typeface="Calibri"/>
              <a:sym typeface="Calibri"/>
            </a:endParaRPr>
          </a:p>
        </p:txBody>
      </p:sp>
      <p:sp>
        <p:nvSpPr>
          <p:cNvPr id="1275" name="Google Shape;1275;p26"/>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330"/>
              <a:buChar char="•"/>
            </a:pPr>
            <a:r>
              <a:rPr lang="en-US" sz="3330"/>
              <a:t>Iterative jobs involve a lot of disk I/O for each repetition</a:t>
            </a:r>
            <a:endParaRPr/>
          </a:p>
          <a:p>
            <a:pPr indent="-457120" lvl="0" marL="457120" rtl="0" algn="l">
              <a:spcBef>
                <a:spcPts val="666"/>
              </a:spcBef>
              <a:spcAft>
                <a:spcPts val="0"/>
              </a:spcAft>
              <a:buClr>
                <a:schemeClr val="dk1"/>
              </a:buClr>
              <a:buSzPts val="3330"/>
              <a:buChar char="•"/>
            </a:pPr>
            <a:r>
              <a:rPr lang="en-US" sz="3330">
                <a:latin typeface="Calibri"/>
                <a:ea typeface="Calibri"/>
                <a:cs typeface="Calibri"/>
                <a:sym typeface="Calibri"/>
              </a:rPr>
              <a:t>In general, b</a:t>
            </a:r>
            <a:r>
              <a:rPr lang="en-US" sz="3330"/>
              <a:t>ased on “Acyclic Data Flow” from Disk to Disk (HDFS)</a:t>
            </a:r>
            <a:endParaRPr/>
          </a:p>
          <a:p>
            <a:pPr indent="-245665" lvl="0" marL="457120" rtl="0" algn="l">
              <a:spcBef>
                <a:spcPts val="666"/>
              </a:spcBef>
              <a:spcAft>
                <a:spcPts val="0"/>
              </a:spcAft>
              <a:buClr>
                <a:schemeClr val="dk1"/>
              </a:buClr>
              <a:buSzPts val="3330"/>
              <a:buNone/>
            </a:pPr>
            <a:r>
              <a:t/>
            </a:r>
            <a:endParaRPr sz="3330"/>
          </a:p>
          <a:p>
            <a:pPr indent="-245665" lvl="0" marL="457120" rtl="0" algn="l">
              <a:spcBef>
                <a:spcPts val="666"/>
              </a:spcBef>
              <a:spcAft>
                <a:spcPts val="0"/>
              </a:spcAft>
              <a:buClr>
                <a:schemeClr val="dk1"/>
              </a:buClr>
              <a:buSzPts val="3330"/>
              <a:buNone/>
            </a:pPr>
            <a:r>
              <a:t/>
            </a:r>
            <a:endParaRPr sz="3330"/>
          </a:p>
          <a:p>
            <a:pPr indent="-245665" lvl="0" marL="457120" rtl="0" algn="l">
              <a:spcBef>
                <a:spcPts val="666"/>
              </a:spcBef>
              <a:spcAft>
                <a:spcPts val="0"/>
              </a:spcAft>
              <a:buClr>
                <a:schemeClr val="dk1"/>
              </a:buClr>
              <a:buSzPts val="3330"/>
              <a:buNone/>
            </a:pPr>
            <a:r>
              <a:t/>
            </a:r>
            <a:endParaRPr sz="3330"/>
          </a:p>
          <a:p>
            <a:pPr indent="-245665" lvl="0" marL="457120" rtl="0" algn="l">
              <a:spcBef>
                <a:spcPts val="666"/>
              </a:spcBef>
              <a:spcAft>
                <a:spcPts val="0"/>
              </a:spcAft>
              <a:buClr>
                <a:schemeClr val="dk1"/>
              </a:buClr>
              <a:buSzPts val="3330"/>
              <a:buNone/>
            </a:pPr>
            <a:r>
              <a:t/>
            </a:r>
            <a:endParaRPr sz="3330"/>
          </a:p>
          <a:p>
            <a:pPr indent="0" lvl="0" marL="0" rtl="0" algn="l">
              <a:spcBef>
                <a:spcPts val="666"/>
              </a:spcBef>
              <a:spcAft>
                <a:spcPts val="0"/>
              </a:spcAft>
              <a:buClr>
                <a:schemeClr val="dk1"/>
              </a:buClr>
              <a:buSzPts val="3330"/>
              <a:buNone/>
            </a:pPr>
            <a:r>
              <a:rPr lang="en-US" sz="3330"/>
              <a:t>🡺 Disk I/O is very slow!</a:t>
            </a:r>
            <a:endParaRPr sz="3330"/>
          </a:p>
        </p:txBody>
      </p:sp>
      <p:pic>
        <p:nvPicPr>
          <p:cNvPr id="1276" name="Google Shape;1276;p26"/>
          <p:cNvPicPr preferRelativeResize="0"/>
          <p:nvPr/>
        </p:nvPicPr>
        <p:blipFill rotWithShape="1">
          <a:blip r:embed="rId3">
            <a:alphaModFix/>
          </a:blip>
          <a:srcRect b="0" l="0" r="0" t="0"/>
          <a:stretch/>
        </p:blipFill>
        <p:spPr>
          <a:xfrm>
            <a:off x="1141412" y="2895600"/>
            <a:ext cx="8062912" cy="195464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0" name="Shape 1280"/>
        <p:cNvGrpSpPr/>
        <p:nvPr/>
      </p:nvGrpSpPr>
      <p:grpSpPr>
        <a:xfrm>
          <a:off x="0" y="0"/>
          <a:ext cx="0" cy="0"/>
          <a:chOff x="0" y="0"/>
          <a:chExt cx="0" cy="0"/>
        </a:xfrm>
      </p:grpSpPr>
      <p:sp>
        <p:nvSpPr>
          <p:cNvPr id="1281" name="Google Shape;1281;p27"/>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latin typeface="Calibri"/>
                <a:ea typeface="Calibri"/>
                <a:cs typeface="Calibri"/>
                <a:sym typeface="Calibri"/>
              </a:rPr>
              <a:t>Other</a:t>
            </a:r>
            <a:r>
              <a:rPr b="1" lang="en-US">
                <a:solidFill>
                  <a:schemeClr val="dk2"/>
                </a:solidFill>
              </a:rPr>
              <a:t> Shortcoming of MapReduce</a:t>
            </a:r>
            <a:endParaRPr b="1">
              <a:solidFill>
                <a:schemeClr val="dk2"/>
              </a:solidFill>
            </a:endParaRPr>
          </a:p>
        </p:txBody>
      </p:sp>
      <p:sp>
        <p:nvSpPr>
          <p:cNvPr id="1282" name="Google Shape;1282;p27"/>
          <p:cNvSpPr txBox="1"/>
          <p:nvPr>
            <p:ph idx="1" type="body"/>
          </p:nvPr>
        </p:nvSpPr>
        <p:spPr>
          <a:xfrm>
            <a:off x="1" y="985720"/>
            <a:ext cx="12188825" cy="5491280"/>
          </a:xfrm>
          <a:prstGeom prst="rect">
            <a:avLst/>
          </a:prstGeom>
          <a:noFill/>
          <a:ln>
            <a:noFill/>
          </a:ln>
        </p:spPr>
        <p:txBody>
          <a:bodyPr anchorCtr="0" anchor="t" bIns="60925" lIns="121875" spcFirstLastPara="1" rIns="121875" wrap="square" tIns="60925">
            <a:noAutofit/>
          </a:bodyPr>
          <a:lstStyle/>
          <a:p>
            <a:pPr indent="-457120" lvl="0" marL="457120" rtl="0" algn="l">
              <a:spcBef>
                <a:spcPts val="0"/>
              </a:spcBef>
              <a:spcAft>
                <a:spcPts val="0"/>
              </a:spcAft>
              <a:buClr>
                <a:schemeClr val="dk1"/>
              </a:buClr>
              <a:buSzPts val="3200"/>
              <a:buChar char="•"/>
            </a:pPr>
            <a:r>
              <a:rPr lang="en-US" sz="3200"/>
              <a:t>Forces data processing into Map and Reduce</a:t>
            </a:r>
            <a:endParaRPr/>
          </a:p>
          <a:p>
            <a:pPr indent="-380933" lvl="1" marL="990427" rtl="0" algn="l">
              <a:spcBef>
                <a:spcPts val="640"/>
              </a:spcBef>
              <a:spcAft>
                <a:spcPts val="0"/>
              </a:spcAft>
              <a:buClr>
                <a:schemeClr val="dk1"/>
              </a:buClr>
              <a:buSzPts val="3200"/>
              <a:buChar char="–"/>
            </a:pPr>
            <a:r>
              <a:rPr lang="en-US"/>
              <a:t>Other workflows missing: join, filter, flatMap, groupByKey, union, intersection, …</a:t>
            </a:r>
            <a:endParaRPr/>
          </a:p>
          <a:p>
            <a:pPr indent="-457120" lvl="0" marL="457120" rtl="0" algn="l">
              <a:spcBef>
                <a:spcPts val="640"/>
              </a:spcBef>
              <a:spcAft>
                <a:spcPts val="0"/>
              </a:spcAft>
              <a:buClr>
                <a:schemeClr val="dk1"/>
              </a:buClr>
              <a:buSzPts val="3200"/>
              <a:buChar char="•"/>
            </a:pPr>
            <a:r>
              <a:rPr lang="en-US" sz="3200"/>
              <a:t>Read &amp; write to Disk before &amp; after Map Reduce (stateless machine)</a:t>
            </a:r>
            <a:endParaRPr/>
          </a:p>
          <a:p>
            <a:pPr indent="-380933" lvl="1" marL="990427" rtl="0" algn="l">
              <a:spcBef>
                <a:spcPts val="640"/>
              </a:spcBef>
              <a:spcAft>
                <a:spcPts val="0"/>
              </a:spcAft>
              <a:buClr>
                <a:schemeClr val="dk1"/>
              </a:buClr>
              <a:buSzPts val="3200"/>
              <a:buChar char="–"/>
            </a:pPr>
            <a:r>
              <a:rPr b="1" lang="en-US">
                <a:latin typeface="Calibri"/>
                <a:ea typeface="Calibri"/>
                <a:cs typeface="Calibri"/>
                <a:sym typeface="Calibri"/>
              </a:rPr>
              <a:t>NOT</a:t>
            </a:r>
            <a:r>
              <a:rPr lang="en-US"/>
              <a:t> efficient for iterative tasks, i.e. Machine Learning</a:t>
            </a:r>
            <a:endParaRPr/>
          </a:p>
          <a:p>
            <a:pPr indent="-457120" lvl="0" marL="457120" rtl="0" algn="l">
              <a:spcBef>
                <a:spcPts val="640"/>
              </a:spcBef>
              <a:spcAft>
                <a:spcPts val="0"/>
              </a:spcAft>
              <a:buClr>
                <a:schemeClr val="dk1"/>
              </a:buClr>
              <a:buSzPts val="3200"/>
              <a:buChar char="•"/>
            </a:pPr>
            <a:r>
              <a:rPr lang="en-US" sz="3200">
                <a:latin typeface="Calibri"/>
                <a:ea typeface="Calibri"/>
                <a:cs typeface="Calibri"/>
                <a:sym typeface="Calibri"/>
              </a:rPr>
              <a:t>S</a:t>
            </a:r>
            <a:r>
              <a:rPr lang="en-US" sz="3200"/>
              <a:t>upport </a:t>
            </a:r>
            <a:r>
              <a:rPr lang="en-US" sz="3200">
                <a:latin typeface="Calibri"/>
                <a:ea typeface="Calibri"/>
                <a:cs typeface="Calibri"/>
                <a:sym typeface="Calibri"/>
              </a:rPr>
              <a:t>o</a:t>
            </a:r>
            <a:r>
              <a:rPr lang="en-US" sz="3200"/>
              <a:t>nly Java natively</a:t>
            </a:r>
            <a:endParaRPr/>
          </a:p>
          <a:p>
            <a:pPr indent="-380933" lvl="1" marL="990427" rtl="0" algn="l">
              <a:spcBef>
                <a:spcPts val="640"/>
              </a:spcBef>
              <a:spcAft>
                <a:spcPts val="0"/>
              </a:spcAft>
              <a:buClr>
                <a:schemeClr val="dk1"/>
              </a:buClr>
              <a:buSzPts val="3200"/>
              <a:buChar char="–"/>
            </a:pPr>
            <a:r>
              <a:rPr lang="en-US"/>
              <a:t>Support for others languages needed</a:t>
            </a:r>
            <a:endParaRPr/>
          </a:p>
          <a:p>
            <a:pPr indent="-457120" lvl="0" marL="457120" rtl="0" algn="l">
              <a:spcBef>
                <a:spcPts val="640"/>
              </a:spcBef>
              <a:spcAft>
                <a:spcPts val="0"/>
              </a:spcAft>
              <a:buClr>
                <a:schemeClr val="dk1"/>
              </a:buClr>
              <a:buSzPts val="3200"/>
              <a:buChar char="•"/>
            </a:pPr>
            <a:r>
              <a:rPr lang="en-US" sz="3200"/>
              <a:t>Only for Batch processing</a:t>
            </a:r>
            <a:endParaRPr/>
          </a:p>
          <a:p>
            <a:pPr indent="-380933" lvl="1" marL="990427" rtl="0" algn="l">
              <a:spcBef>
                <a:spcPts val="640"/>
              </a:spcBef>
              <a:spcAft>
                <a:spcPts val="0"/>
              </a:spcAft>
              <a:buClr>
                <a:schemeClr val="dk1"/>
              </a:buClr>
              <a:buSzPts val="3200"/>
              <a:buChar char="–"/>
            </a:pPr>
            <a:r>
              <a:rPr lang="en-US"/>
              <a:t>Interactivity, streaming data</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p28"/>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Opportunity</a:t>
            </a:r>
            <a:endParaRPr/>
          </a:p>
        </p:txBody>
      </p:sp>
      <p:sp>
        <p:nvSpPr>
          <p:cNvPr id="1289" name="Google Shape;1289;p28"/>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Tech Trend</a:t>
            </a:r>
            <a:endParaRPr/>
          </a:p>
          <a:p>
            <a:pPr indent="-380933" lvl="1" marL="990427" rtl="0" algn="l">
              <a:spcBef>
                <a:spcPts val="640"/>
              </a:spcBef>
              <a:spcAft>
                <a:spcPts val="0"/>
              </a:spcAft>
              <a:buClr>
                <a:schemeClr val="dk1"/>
              </a:buClr>
              <a:buSzPts val="3200"/>
              <a:buChar char="–"/>
            </a:pPr>
            <a:r>
              <a:rPr lang="en-US"/>
              <a:t>Cost of memory is reducing 🡪 keep more data in memory</a:t>
            </a:r>
            <a:endParaRPr/>
          </a:p>
          <a:p>
            <a:pPr indent="-457120" lvl="0" marL="457120" rtl="0" algn="l">
              <a:spcBef>
                <a:spcPts val="720"/>
              </a:spcBef>
              <a:spcAft>
                <a:spcPts val="0"/>
              </a:spcAft>
              <a:buClr>
                <a:schemeClr val="dk1"/>
              </a:buClr>
              <a:buSzPts val="3600"/>
              <a:buChar char="•"/>
            </a:pPr>
            <a:r>
              <a:rPr lang="en-US"/>
              <a:t>Create new distributed execution engine </a:t>
            </a:r>
            <a:endParaRPr/>
          </a:p>
          <a:p>
            <a:pPr indent="-457120" lvl="0" marL="457120" rtl="0" algn="l">
              <a:spcBef>
                <a:spcPts val="720"/>
              </a:spcBef>
              <a:spcAft>
                <a:spcPts val="0"/>
              </a:spcAft>
              <a:buClr>
                <a:schemeClr val="dk1"/>
              </a:buClr>
              <a:buSzPts val="3600"/>
              <a:buChar char="•"/>
            </a:pPr>
            <a:r>
              <a:rPr lang="en-US"/>
              <a:t>The rise of data analytics.</a:t>
            </a:r>
            <a:endParaRPr/>
          </a:p>
          <a:p>
            <a:pPr indent="0" lvl="0" marL="0" rtl="0" algn="l">
              <a:spcBef>
                <a:spcPts val="720"/>
              </a:spcBef>
              <a:spcAft>
                <a:spcPts val="0"/>
              </a:spcAft>
              <a:buClr>
                <a:schemeClr val="dk1"/>
              </a:buClr>
              <a:buSzPts val="3600"/>
              <a:buNone/>
            </a:pPr>
            <a:r>
              <a:rPr lang="en-US"/>
              <a:t>🡪 Apache Spark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sp>
        <p:nvSpPr>
          <p:cNvPr id="1295" name="Google Shape;1295;p29"/>
          <p:cNvSpPr txBox="1"/>
          <p:nvPr/>
        </p:nvSpPr>
        <p:spPr>
          <a:xfrm>
            <a:off x="3732212" y="2971800"/>
            <a:ext cx="4871142"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000">
                <a:solidFill>
                  <a:schemeClr val="lt1"/>
                </a:solidFill>
                <a:latin typeface="Calibri"/>
                <a:ea typeface="Calibri"/>
                <a:cs typeface="Calibri"/>
                <a:sym typeface="Calibri"/>
              </a:rPr>
              <a:t>Spark comes into play</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0" name="Shape 1300"/>
        <p:cNvGrpSpPr/>
        <p:nvPr/>
      </p:nvGrpSpPr>
      <p:grpSpPr>
        <a:xfrm>
          <a:off x="0" y="0"/>
          <a:ext cx="0" cy="0"/>
          <a:chOff x="0" y="0"/>
          <a:chExt cx="0" cy="0"/>
        </a:xfrm>
      </p:grpSpPr>
      <p:sp>
        <p:nvSpPr>
          <p:cNvPr id="1301" name="Google Shape;1301;p30"/>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Apache Spark </a:t>
            </a:r>
            <a:endParaRPr/>
          </a:p>
        </p:txBody>
      </p:sp>
      <p:sp>
        <p:nvSpPr>
          <p:cNvPr id="1302" name="Google Shape;1302;p30"/>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latin typeface="Calibri"/>
                <a:ea typeface="Calibri"/>
                <a:cs typeface="Calibri"/>
                <a:sym typeface="Calibri"/>
              </a:rPr>
              <a:t>Built on top the idea of MapReduce.</a:t>
            </a:r>
            <a:endParaRPr/>
          </a:p>
          <a:p>
            <a:pPr indent="-457120" lvl="0" marL="457120" rtl="0" algn="l">
              <a:spcBef>
                <a:spcPts val="720"/>
              </a:spcBef>
              <a:spcAft>
                <a:spcPts val="0"/>
              </a:spcAft>
              <a:buClr>
                <a:schemeClr val="dk1"/>
              </a:buClr>
              <a:buSzPts val="3600"/>
              <a:buChar char="•"/>
            </a:pPr>
            <a:r>
              <a:rPr lang="en-US">
                <a:latin typeface="Calibri"/>
                <a:ea typeface="Calibri"/>
                <a:cs typeface="Calibri"/>
                <a:sym typeface="Calibri"/>
              </a:rPr>
              <a:t>Modern, interactive and ease to use.</a:t>
            </a:r>
            <a:endParaRPr>
              <a:latin typeface="Calibri"/>
              <a:ea typeface="Calibri"/>
              <a:cs typeface="Calibri"/>
              <a:sym typeface="Calibri"/>
            </a:endParaRPr>
          </a:p>
          <a:p>
            <a:pPr indent="-457120" lvl="0" marL="457120" rtl="0" algn="l">
              <a:spcBef>
                <a:spcPts val="720"/>
              </a:spcBef>
              <a:spcAft>
                <a:spcPts val="0"/>
              </a:spcAft>
              <a:buClr>
                <a:schemeClr val="dk1"/>
              </a:buClr>
              <a:buSzPts val="3600"/>
              <a:buChar char="•"/>
            </a:pPr>
            <a:r>
              <a:rPr lang="en-US">
                <a:latin typeface="Calibri"/>
                <a:ea typeface="Calibri"/>
                <a:cs typeface="Calibri"/>
                <a:sym typeface="Calibri"/>
              </a:rPr>
              <a:t>Officially,</a:t>
            </a:r>
            <a:r>
              <a:rPr lang="en-US"/>
              <a:t> Spark computing framework provides programming abstraction and parallel runtime to hide complexities (</a:t>
            </a:r>
            <a:r>
              <a:rPr lang="en-US">
                <a:latin typeface="Calibri"/>
                <a:ea typeface="Calibri"/>
                <a:cs typeface="Calibri"/>
                <a:sym typeface="Calibri"/>
              </a:rPr>
              <a:t>partition processes</a:t>
            </a:r>
            <a:r>
              <a:rPr lang="en-US"/>
              <a:t>) of fault-tolerance and slow machines.</a:t>
            </a:r>
            <a:endParaRPr/>
          </a:p>
        </p:txBody>
      </p:sp>
      <p:pic>
        <p:nvPicPr>
          <p:cNvPr descr="http://spark.apache.org/images/spark-logo-trademark.png" id="1303" name="Google Shape;1303;p30"/>
          <p:cNvPicPr preferRelativeResize="0"/>
          <p:nvPr/>
        </p:nvPicPr>
        <p:blipFill rotWithShape="1">
          <a:blip r:embed="rId3">
            <a:alphaModFix/>
          </a:blip>
          <a:srcRect b="0" l="0" r="0" t="0"/>
          <a:stretch/>
        </p:blipFill>
        <p:spPr>
          <a:xfrm>
            <a:off x="8304212" y="4831607"/>
            <a:ext cx="2764932" cy="147070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8" name="Shape 1308"/>
        <p:cNvGrpSpPr/>
        <p:nvPr/>
      </p:nvGrpSpPr>
      <p:grpSpPr>
        <a:xfrm>
          <a:off x="0" y="0"/>
          <a:ext cx="0" cy="0"/>
          <a:chOff x="0" y="0"/>
          <a:chExt cx="0" cy="0"/>
        </a:xfrm>
      </p:grpSpPr>
      <p:sp>
        <p:nvSpPr>
          <p:cNvPr id="1309" name="Google Shape;1309;p31"/>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Use Memory instead of Disk</a:t>
            </a:r>
            <a:endParaRPr/>
          </a:p>
        </p:txBody>
      </p:sp>
      <p:pic>
        <p:nvPicPr>
          <p:cNvPr id="1310" name="Google Shape;1310;p31"/>
          <p:cNvPicPr preferRelativeResize="0"/>
          <p:nvPr>
            <p:ph idx="1" type="body"/>
          </p:nvPr>
        </p:nvPicPr>
        <p:blipFill rotWithShape="1">
          <a:blip r:embed="rId3">
            <a:alphaModFix/>
          </a:blip>
          <a:srcRect b="0" l="0" r="0" t="0"/>
          <a:stretch/>
        </p:blipFill>
        <p:spPr>
          <a:xfrm>
            <a:off x="1065212" y="3549581"/>
            <a:ext cx="6357257" cy="1447800"/>
          </a:xfrm>
          <a:prstGeom prst="rect">
            <a:avLst/>
          </a:prstGeom>
          <a:noFill/>
          <a:ln>
            <a:noFill/>
          </a:ln>
        </p:spPr>
      </p:pic>
      <p:pic>
        <p:nvPicPr>
          <p:cNvPr id="1311" name="Google Shape;1311;p31"/>
          <p:cNvPicPr preferRelativeResize="0"/>
          <p:nvPr/>
        </p:nvPicPr>
        <p:blipFill rotWithShape="1">
          <a:blip r:embed="rId4">
            <a:alphaModFix/>
          </a:blip>
          <a:srcRect b="0" l="0" r="0" t="0"/>
          <a:stretch/>
        </p:blipFill>
        <p:spPr>
          <a:xfrm>
            <a:off x="1065212" y="1507205"/>
            <a:ext cx="6176962" cy="1497445"/>
          </a:xfrm>
          <a:prstGeom prst="rect">
            <a:avLst/>
          </a:prstGeom>
          <a:noFill/>
          <a:ln>
            <a:noFill/>
          </a:ln>
        </p:spPr>
      </p:pic>
      <p:sp>
        <p:nvSpPr>
          <p:cNvPr id="1312" name="Google Shape;1312;p31"/>
          <p:cNvSpPr txBox="1"/>
          <p:nvPr/>
        </p:nvSpPr>
        <p:spPr>
          <a:xfrm>
            <a:off x="912812" y="5530589"/>
            <a:ext cx="563269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 10-100x faster than Hadoop MapReduce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7" name="Shape 1317"/>
        <p:cNvGrpSpPr/>
        <p:nvPr/>
      </p:nvGrpSpPr>
      <p:grpSpPr>
        <a:xfrm>
          <a:off x="0" y="0"/>
          <a:ext cx="0" cy="0"/>
          <a:chOff x="0" y="0"/>
          <a:chExt cx="0" cy="0"/>
        </a:xfrm>
      </p:grpSpPr>
      <p:sp>
        <p:nvSpPr>
          <p:cNvPr id="1318" name="Google Shape;1318;p32"/>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Spark and Map Reduce differences </a:t>
            </a:r>
            <a:endParaRPr/>
          </a:p>
        </p:txBody>
      </p:sp>
      <p:graphicFrame>
        <p:nvGraphicFramePr>
          <p:cNvPr id="1319" name="Google Shape;1319;p32"/>
          <p:cNvGraphicFramePr/>
          <p:nvPr/>
        </p:nvGraphicFramePr>
        <p:xfrm>
          <a:off x="609600" y="1138238"/>
          <a:ext cx="3000000" cy="3000000"/>
        </p:xfrm>
        <a:graphic>
          <a:graphicData uri="http://schemas.openxmlformats.org/drawingml/2006/table">
            <a:tbl>
              <a:tblPr bandRow="1" firstRow="1">
                <a:noFill/>
                <a:tableStyleId>{9563964F-672D-4FB1-9A79-4AC09D7AA3B5}</a:tableStyleId>
              </a:tblPr>
              <a:tblGrid>
                <a:gridCol w="2436800"/>
                <a:gridCol w="3733800"/>
                <a:gridCol w="4799025"/>
              </a:tblGrid>
              <a:tr h="457200">
                <a:tc>
                  <a:txBody>
                    <a:bodyPr/>
                    <a:lstStyle/>
                    <a:p>
                      <a:pPr indent="0" lvl="0" marL="0" marR="0" rtl="0" algn="l">
                        <a:spcBef>
                          <a:spcPts val="0"/>
                        </a:spcBef>
                        <a:spcAft>
                          <a:spcPts val="0"/>
                        </a:spcAft>
                        <a:buNone/>
                      </a:pPr>
                      <a:r>
                        <a:t/>
                      </a:r>
                      <a:endParaRPr sz="2400"/>
                    </a:p>
                  </a:txBody>
                  <a:tcPr marT="45725" marB="45725" marR="91450" marL="91450"/>
                </a:tc>
                <a:tc>
                  <a:txBody>
                    <a:bodyPr/>
                    <a:lstStyle/>
                    <a:p>
                      <a:pPr indent="0" lvl="0" marL="0" marR="0" rtl="0" algn="l">
                        <a:spcBef>
                          <a:spcPts val="0"/>
                        </a:spcBef>
                        <a:spcAft>
                          <a:spcPts val="0"/>
                        </a:spcAft>
                        <a:buNone/>
                      </a:pPr>
                      <a:r>
                        <a:rPr lang="en-US" sz="2400"/>
                        <a:t>Apache Hadoop MR</a:t>
                      </a:r>
                      <a:endParaRPr/>
                    </a:p>
                  </a:txBody>
                  <a:tcPr marT="45725" marB="45725" marR="91450" marL="91450"/>
                </a:tc>
                <a:tc>
                  <a:txBody>
                    <a:bodyPr/>
                    <a:lstStyle/>
                    <a:p>
                      <a:pPr indent="0" lvl="0" marL="0" marR="0" rtl="0" algn="l">
                        <a:spcBef>
                          <a:spcPts val="0"/>
                        </a:spcBef>
                        <a:spcAft>
                          <a:spcPts val="0"/>
                        </a:spcAft>
                        <a:buNone/>
                      </a:pPr>
                      <a:r>
                        <a:rPr lang="en-US" sz="2400"/>
                        <a:t>Apache Spark</a:t>
                      </a:r>
                      <a:endParaRPr/>
                    </a:p>
                  </a:txBody>
                  <a:tcPr marT="45725" marB="45725" marR="91450" marL="91450"/>
                </a:tc>
              </a:tr>
              <a:tr h="457200">
                <a:tc>
                  <a:txBody>
                    <a:bodyPr/>
                    <a:lstStyle/>
                    <a:p>
                      <a:pPr indent="0" lvl="0" marL="0" marR="0" rtl="0" algn="l">
                        <a:spcBef>
                          <a:spcPts val="0"/>
                        </a:spcBef>
                        <a:spcAft>
                          <a:spcPts val="0"/>
                        </a:spcAft>
                        <a:buNone/>
                      </a:pPr>
                      <a:r>
                        <a:rPr lang="en-US" sz="2400"/>
                        <a:t>Storage</a:t>
                      </a:r>
                      <a:endParaRPr/>
                    </a:p>
                  </a:txBody>
                  <a:tcPr marT="45725" marB="45725" marR="91450" marL="91450"/>
                </a:tc>
                <a:tc>
                  <a:txBody>
                    <a:bodyPr/>
                    <a:lstStyle/>
                    <a:p>
                      <a:pPr indent="0" lvl="0" marL="0" marR="0" rtl="0" algn="l">
                        <a:spcBef>
                          <a:spcPts val="0"/>
                        </a:spcBef>
                        <a:spcAft>
                          <a:spcPts val="0"/>
                        </a:spcAft>
                        <a:buNone/>
                      </a:pPr>
                      <a:r>
                        <a:rPr lang="en-US" sz="2400"/>
                        <a:t>Disk only</a:t>
                      </a:r>
                      <a:endParaRPr/>
                    </a:p>
                  </a:txBody>
                  <a:tcPr marT="45725" marB="45725" marR="91450" marL="91450"/>
                </a:tc>
                <a:tc>
                  <a:txBody>
                    <a:bodyPr/>
                    <a:lstStyle/>
                    <a:p>
                      <a:pPr indent="0" lvl="0" marL="0" marR="0" rtl="0" algn="l">
                        <a:spcBef>
                          <a:spcPts val="0"/>
                        </a:spcBef>
                        <a:spcAft>
                          <a:spcPts val="0"/>
                        </a:spcAft>
                        <a:buNone/>
                      </a:pPr>
                      <a:r>
                        <a:rPr lang="en-US" sz="2400"/>
                        <a:t>In-memory or on disk</a:t>
                      </a:r>
                      <a:endParaRPr/>
                    </a:p>
                  </a:txBody>
                  <a:tcPr marT="45725" marB="45725" marR="91450" marL="91450"/>
                </a:tc>
              </a:tr>
              <a:tr h="1188725">
                <a:tc>
                  <a:txBody>
                    <a:bodyPr/>
                    <a:lstStyle/>
                    <a:p>
                      <a:pPr indent="0" lvl="0" marL="0" marR="0" rtl="0" algn="l">
                        <a:spcBef>
                          <a:spcPts val="0"/>
                        </a:spcBef>
                        <a:spcAft>
                          <a:spcPts val="0"/>
                        </a:spcAft>
                        <a:buNone/>
                      </a:pPr>
                      <a:r>
                        <a:rPr lang="en-US" sz="2400"/>
                        <a:t>Operations</a:t>
                      </a:r>
                      <a:endParaRPr/>
                    </a:p>
                  </a:txBody>
                  <a:tcPr marT="45725" marB="45725" marR="91450" marL="91450"/>
                </a:tc>
                <a:tc>
                  <a:txBody>
                    <a:bodyPr/>
                    <a:lstStyle/>
                    <a:p>
                      <a:pPr indent="0" lvl="0" marL="0" marR="0" rtl="0" algn="l">
                        <a:spcBef>
                          <a:spcPts val="0"/>
                        </a:spcBef>
                        <a:spcAft>
                          <a:spcPts val="0"/>
                        </a:spcAft>
                        <a:buNone/>
                      </a:pPr>
                      <a:r>
                        <a:rPr lang="en-US" sz="2400"/>
                        <a:t>Map and Reduce</a:t>
                      </a:r>
                      <a:endParaRPr/>
                    </a:p>
                  </a:txBody>
                  <a:tcPr marT="45725" marB="45725" marR="91450" marL="91450"/>
                </a:tc>
                <a:tc>
                  <a:txBody>
                    <a:bodyPr/>
                    <a:lstStyle/>
                    <a:p>
                      <a:pPr indent="0" lvl="0" marL="0" marR="0" rtl="0" algn="l">
                        <a:spcBef>
                          <a:spcPts val="0"/>
                        </a:spcBef>
                        <a:spcAft>
                          <a:spcPts val="0"/>
                        </a:spcAft>
                        <a:buNone/>
                      </a:pPr>
                      <a:r>
                        <a:rPr lang="en-US" sz="2400"/>
                        <a:t>Many transformations</a:t>
                      </a:r>
                      <a:r>
                        <a:rPr lang="en-US" sz="2400"/>
                        <a:t> and actions, including Map and Reduce </a:t>
                      </a:r>
                      <a:endParaRPr sz="2400"/>
                    </a:p>
                  </a:txBody>
                  <a:tcPr marT="45725" marB="45725" marR="91450" marL="91450"/>
                </a:tc>
              </a:tr>
              <a:tr h="457200">
                <a:tc>
                  <a:txBody>
                    <a:bodyPr/>
                    <a:lstStyle/>
                    <a:p>
                      <a:pPr indent="0" lvl="0" marL="0" marR="0" rtl="0" algn="l">
                        <a:spcBef>
                          <a:spcPts val="0"/>
                        </a:spcBef>
                        <a:spcAft>
                          <a:spcPts val="0"/>
                        </a:spcAft>
                        <a:buNone/>
                      </a:pPr>
                      <a:r>
                        <a:rPr lang="en-US" sz="2400"/>
                        <a:t>Execution</a:t>
                      </a:r>
                      <a:r>
                        <a:rPr lang="en-US" sz="2400"/>
                        <a:t> model</a:t>
                      </a:r>
                      <a:endParaRPr sz="2400"/>
                    </a:p>
                  </a:txBody>
                  <a:tcPr marT="45725" marB="45725" marR="91450" marL="91450"/>
                </a:tc>
                <a:tc>
                  <a:txBody>
                    <a:bodyPr/>
                    <a:lstStyle/>
                    <a:p>
                      <a:pPr indent="0" lvl="0" marL="0" marR="0" rtl="0" algn="l">
                        <a:spcBef>
                          <a:spcPts val="0"/>
                        </a:spcBef>
                        <a:spcAft>
                          <a:spcPts val="0"/>
                        </a:spcAft>
                        <a:buNone/>
                      </a:pPr>
                      <a:r>
                        <a:rPr lang="en-US" sz="2400"/>
                        <a:t>Batch</a:t>
                      </a:r>
                      <a:endParaRPr/>
                    </a:p>
                  </a:txBody>
                  <a:tcPr marT="45725" marB="45725" marR="91450" marL="91450"/>
                </a:tc>
                <a:tc>
                  <a:txBody>
                    <a:bodyPr/>
                    <a:lstStyle/>
                    <a:p>
                      <a:pPr indent="0" lvl="0" marL="0" marR="0" rtl="0" algn="l">
                        <a:spcBef>
                          <a:spcPts val="0"/>
                        </a:spcBef>
                        <a:spcAft>
                          <a:spcPts val="0"/>
                        </a:spcAft>
                        <a:buNone/>
                      </a:pPr>
                      <a:r>
                        <a:rPr lang="en-US" sz="2400"/>
                        <a:t>Batch, iterative,</a:t>
                      </a:r>
                      <a:r>
                        <a:rPr lang="en-US" sz="2400"/>
                        <a:t> streaming</a:t>
                      </a:r>
                      <a:endParaRPr sz="2400"/>
                    </a:p>
                  </a:txBody>
                  <a:tcPr marT="45725" marB="45725" marR="91450" marL="91450"/>
                </a:tc>
              </a:tr>
              <a:tr h="457200">
                <a:tc>
                  <a:txBody>
                    <a:bodyPr/>
                    <a:lstStyle/>
                    <a:p>
                      <a:pPr indent="0" lvl="0" marL="0" marR="0" rtl="0" algn="l">
                        <a:spcBef>
                          <a:spcPts val="0"/>
                        </a:spcBef>
                        <a:spcAft>
                          <a:spcPts val="0"/>
                        </a:spcAft>
                        <a:buNone/>
                      </a:pPr>
                      <a:r>
                        <a:rPr lang="en-US" sz="2400"/>
                        <a:t>Languages</a:t>
                      </a:r>
                      <a:endParaRPr/>
                    </a:p>
                  </a:txBody>
                  <a:tcPr marT="45725" marB="45725" marR="91450" marL="91450"/>
                </a:tc>
                <a:tc>
                  <a:txBody>
                    <a:bodyPr/>
                    <a:lstStyle/>
                    <a:p>
                      <a:pPr indent="0" lvl="0" marL="0" marR="0" rtl="0" algn="l">
                        <a:spcBef>
                          <a:spcPts val="0"/>
                        </a:spcBef>
                        <a:spcAft>
                          <a:spcPts val="0"/>
                        </a:spcAft>
                        <a:buNone/>
                      </a:pPr>
                      <a:r>
                        <a:rPr lang="en-US" sz="2400"/>
                        <a:t>Java</a:t>
                      </a:r>
                      <a:endParaRPr/>
                    </a:p>
                  </a:txBody>
                  <a:tcPr marT="45725" marB="45725" marR="91450" marL="91450"/>
                </a:tc>
                <a:tc>
                  <a:txBody>
                    <a:bodyPr/>
                    <a:lstStyle/>
                    <a:p>
                      <a:pPr indent="0" lvl="0" marL="0" marR="0" rtl="0" algn="l">
                        <a:spcBef>
                          <a:spcPts val="0"/>
                        </a:spcBef>
                        <a:spcAft>
                          <a:spcPts val="0"/>
                        </a:spcAft>
                        <a:buNone/>
                      </a:pPr>
                      <a:r>
                        <a:rPr lang="en-US" sz="2400"/>
                        <a:t>Scala, Java,</a:t>
                      </a:r>
                      <a:r>
                        <a:rPr lang="en-US" sz="2400"/>
                        <a:t> Python and R</a:t>
                      </a:r>
                      <a:r>
                        <a:rPr lang="en-US" sz="2400"/>
                        <a:t> </a:t>
                      </a:r>
                      <a:endParaRPr/>
                    </a:p>
                  </a:txBody>
                  <a:tcPr marT="45725" marB="45725" marR="91450" marL="91450"/>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4" name="Shape 1324"/>
        <p:cNvGrpSpPr/>
        <p:nvPr/>
      </p:nvGrpSpPr>
      <p:grpSpPr>
        <a:xfrm>
          <a:off x="0" y="0"/>
          <a:ext cx="0" cy="0"/>
          <a:chOff x="0" y="0"/>
          <a:chExt cx="0" cy="0"/>
        </a:xfrm>
      </p:grpSpPr>
      <p:sp>
        <p:nvSpPr>
          <p:cNvPr id="1325" name="Google Shape;1325;p33"/>
          <p:cNvSpPr txBox="1"/>
          <p:nvPr>
            <p:ph type="title"/>
          </p:nvPr>
        </p:nvSpPr>
        <p:spPr>
          <a:xfrm>
            <a:off x="609440" y="225907"/>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Apache Spark vs Apache Hadoop</a:t>
            </a:r>
            <a:endParaRPr/>
          </a:p>
        </p:txBody>
      </p:sp>
      <p:graphicFrame>
        <p:nvGraphicFramePr>
          <p:cNvPr id="1326" name="Google Shape;1326;p33"/>
          <p:cNvGraphicFramePr/>
          <p:nvPr/>
        </p:nvGraphicFramePr>
        <p:xfrm>
          <a:off x="739833" y="972755"/>
          <a:ext cx="3000000" cy="3000000"/>
        </p:xfrm>
        <a:graphic>
          <a:graphicData uri="http://schemas.openxmlformats.org/drawingml/2006/table">
            <a:tbl>
              <a:tblPr bandRow="1" firstRow="1">
                <a:noFill/>
                <a:tableStyleId>{9563964F-672D-4FB1-9A79-4AC09D7AA3B5}</a:tableStyleId>
              </a:tblPr>
              <a:tblGrid>
                <a:gridCol w="2322800"/>
                <a:gridCol w="2369925"/>
                <a:gridCol w="3615700"/>
              </a:tblGrid>
              <a:tr h="709100">
                <a:tc>
                  <a:txBody>
                    <a:bodyPr/>
                    <a:lstStyle/>
                    <a:p>
                      <a:pPr indent="0" lvl="0" marL="0" marR="0" rtl="0" algn="ctr">
                        <a:spcBef>
                          <a:spcPts val="0"/>
                        </a:spcBef>
                        <a:spcAft>
                          <a:spcPts val="0"/>
                        </a:spcAft>
                        <a:buNone/>
                      </a:pPr>
                      <a:r>
                        <a:t/>
                      </a:r>
                      <a:endParaRPr sz="1800">
                        <a:latin typeface="Tahoma"/>
                        <a:ea typeface="Tahoma"/>
                        <a:cs typeface="Tahoma"/>
                        <a:sym typeface="Tahoma"/>
                      </a:endParaRPr>
                    </a:p>
                  </a:txBody>
                  <a:tcPr marT="38100" marB="38100" marR="38100" marL="38100" anchor="ctr"/>
                </a:tc>
                <a:tc>
                  <a:txBody>
                    <a:bodyPr/>
                    <a:lstStyle/>
                    <a:p>
                      <a:pPr indent="0" lvl="0" marL="0" marR="0" rtl="0" algn="ctr">
                        <a:spcBef>
                          <a:spcPts val="0"/>
                        </a:spcBef>
                        <a:spcAft>
                          <a:spcPts val="0"/>
                        </a:spcAft>
                        <a:buNone/>
                      </a:pPr>
                      <a:r>
                        <a:rPr b="1" lang="en-US" sz="1800">
                          <a:latin typeface="Tahoma"/>
                          <a:ea typeface="Tahoma"/>
                          <a:cs typeface="Tahoma"/>
                          <a:sym typeface="Tahoma"/>
                        </a:rPr>
                        <a:t>Hadoop MR</a:t>
                      </a:r>
                      <a:br>
                        <a:rPr b="1" lang="en-US" sz="1800">
                          <a:latin typeface="Tahoma"/>
                          <a:ea typeface="Tahoma"/>
                          <a:cs typeface="Tahoma"/>
                          <a:sym typeface="Tahoma"/>
                        </a:rPr>
                      </a:br>
                      <a:r>
                        <a:rPr b="1" lang="en-US" sz="1800">
                          <a:latin typeface="Tahoma"/>
                          <a:ea typeface="Tahoma"/>
                          <a:cs typeface="Tahoma"/>
                          <a:sym typeface="Tahoma"/>
                        </a:rPr>
                        <a:t>Record (2013)</a:t>
                      </a:r>
                      <a:endParaRPr sz="1800">
                        <a:latin typeface="Tahoma"/>
                        <a:ea typeface="Tahoma"/>
                        <a:cs typeface="Tahoma"/>
                        <a:sym typeface="Tahoma"/>
                      </a:endParaRPr>
                    </a:p>
                  </a:txBody>
                  <a:tcPr marT="38100" marB="38100" marR="38100" marL="38100" anchor="ctr"/>
                </a:tc>
                <a:tc>
                  <a:txBody>
                    <a:bodyPr/>
                    <a:lstStyle/>
                    <a:p>
                      <a:pPr indent="0" lvl="0" marL="0" marR="0" rtl="0" algn="ctr">
                        <a:spcBef>
                          <a:spcPts val="0"/>
                        </a:spcBef>
                        <a:spcAft>
                          <a:spcPts val="0"/>
                        </a:spcAft>
                        <a:buNone/>
                      </a:pPr>
                      <a:r>
                        <a:rPr b="1" lang="en-US" sz="1800">
                          <a:latin typeface="Tahoma"/>
                          <a:ea typeface="Tahoma"/>
                          <a:cs typeface="Tahoma"/>
                          <a:sym typeface="Tahoma"/>
                        </a:rPr>
                        <a:t>Spark</a:t>
                      </a:r>
                      <a:br>
                        <a:rPr b="1" lang="en-US" sz="1800">
                          <a:latin typeface="Tahoma"/>
                          <a:ea typeface="Tahoma"/>
                          <a:cs typeface="Tahoma"/>
                          <a:sym typeface="Tahoma"/>
                        </a:rPr>
                      </a:br>
                      <a:r>
                        <a:rPr b="1" lang="en-US" sz="1800">
                          <a:latin typeface="Tahoma"/>
                          <a:ea typeface="Tahoma"/>
                          <a:cs typeface="Tahoma"/>
                          <a:sym typeface="Tahoma"/>
                        </a:rPr>
                        <a:t>Record (2014)</a:t>
                      </a:r>
                      <a:endParaRPr sz="1800">
                        <a:latin typeface="Tahoma"/>
                        <a:ea typeface="Tahoma"/>
                        <a:cs typeface="Tahoma"/>
                        <a:sym typeface="Tahoma"/>
                      </a:endParaRPr>
                    </a:p>
                  </a:txBody>
                  <a:tcPr marT="38100" marB="38100" marR="38100" marL="38100" anchor="ctr"/>
                </a:tc>
              </a:tr>
              <a:tr h="419800">
                <a:tc>
                  <a:txBody>
                    <a:bodyPr/>
                    <a:lstStyle/>
                    <a:p>
                      <a:pPr indent="0" lvl="0" marL="0" marR="0" rtl="0" algn="ctr">
                        <a:spcBef>
                          <a:spcPts val="0"/>
                        </a:spcBef>
                        <a:spcAft>
                          <a:spcPts val="0"/>
                        </a:spcAft>
                        <a:buNone/>
                      </a:pPr>
                      <a:r>
                        <a:rPr lang="en-US" sz="1800">
                          <a:latin typeface="Tahoma"/>
                          <a:ea typeface="Tahoma"/>
                          <a:cs typeface="Tahoma"/>
                          <a:sym typeface="Tahoma"/>
                        </a:rPr>
                        <a:t>Data Size</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102.5 TB</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100 TB</a:t>
                      </a:r>
                      <a:endParaRPr/>
                    </a:p>
                  </a:txBody>
                  <a:tcPr marT="38100" marB="38100" marR="38100" marL="38100" anchor="ctr"/>
                </a:tc>
              </a:tr>
              <a:tr h="419800">
                <a:tc>
                  <a:txBody>
                    <a:bodyPr/>
                    <a:lstStyle/>
                    <a:p>
                      <a:pPr indent="0" lvl="0" marL="0" marR="0" rtl="0" algn="ctr">
                        <a:spcBef>
                          <a:spcPts val="0"/>
                        </a:spcBef>
                        <a:spcAft>
                          <a:spcPts val="0"/>
                        </a:spcAft>
                        <a:buNone/>
                      </a:pPr>
                      <a:r>
                        <a:rPr lang="en-US" sz="1800">
                          <a:latin typeface="Tahoma"/>
                          <a:ea typeface="Tahoma"/>
                          <a:cs typeface="Tahoma"/>
                          <a:sym typeface="Tahoma"/>
                        </a:rPr>
                        <a:t>Elapsed Time</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72 mins</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23 mins</a:t>
                      </a:r>
                      <a:endParaRPr/>
                    </a:p>
                  </a:txBody>
                  <a:tcPr marT="38100" marB="38100" marR="38100" marL="38100" anchor="ctr"/>
                </a:tc>
              </a:tr>
              <a:tr h="419800">
                <a:tc>
                  <a:txBody>
                    <a:bodyPr/>
                    <a:lstStyle/>
                    <a:p>
                      <a:pPr indent="0" lvl="0" marL="0" marR="0" rtl="0" algn="ctr">
                        <a:spcBef>
                          <a:spcPts val="0"/>
                        </a:spcBef>
                        <a:spcAft>
                          <a:spcPts val="0"/>
                        </a:spcAft>
                        <a:buNone/>
                      </a:pPr>
                      <a:r>
                        <a:rPr lang="en-US" sz="1800">
                          <a:latin typeface="Tahoma"/>
                          <a:ea typeface="Tahoma"/>
                          <a:cs typeface="Tahoma"/>
                          <a:sym typeface="Tahoma"/>
                        </a:rPr>
                        <a:t># Nodes</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2100</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206</a:t>
                      </a:r>
                      <a:endParaRPr/>
                    </a:p>
                  </a:txBody>
                  <a:tcPr marT="38100" marB="38100" marR="38100" marL="38100" anchor="ctr"/>
                </a:tc>
              </a:tr>
              <a:tr h="419800">
                <a:tc>
                  <a:txBody>
                    <a:bodyPr/>
                    <a:lstStyle/>
                    <a:p>
                      <a:pPr indent="0" lvl="0" marL="0" marR="0" rtl="0" algn="ctr">
                        <a:spcBef>
                          <a:spcPts val="0"/>
                        </a:spcBef>
                        <a:spcAft>
                          <a:spcPts val="0"/>
                        </a:spcAft>
                        <a:buNone/>
                      </a:pPr>
                      <a:r>
                        <a:rPr lang="en-US" sz="1800">
                          <a:latin typeface="Tahoma"/>
                          <a:ea typeface="Tahoma"/>
                          <a:cs typeface="Tahoma"/>
                          <a:sym typeface="Tahoma"/>
                        </a:rPr>
                        <a:t># Cores</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50400 physical</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6592 virtualized</a:t>
                      </a:r>
                      <a:endParaRPr/>
                    </a:p>
                  </a:txBody>
                  <a:tcPr marT="38100" marB="38100" marR="38100" marL="38100" anchor="ctr"/>
                </a:tc>
              </a:tr>
              <a:tr h="709100">
                <a:tc>
                  <a:txBody>
                    <a:bodyPr/>
                    <a:lstStyle/>
                    <a:p>
                      <a:pPr indent="0" lvl="0" marL="0" marR="0" rtl="0" algn="ctr">
                        <a:spcBef>
                          <a:spcPts val="0"/>
                        </a:spcBef>
                        <a:spcAft>
                          <a:spcPts val="0"/>
                        </a:spcAft>
                        <a:buNone/>
                      </a:pPr>
                      <a:r>
                        <a:rPr lang="en-US" sz="1800">
                          <a:latin typeface="Tahoma"/>
                          <a:ea typeface="Tahoma"/>
                          <a:cs typeface="Tahoma"/>
                          <a:sym typeface="Tahoma"/>
                        </a:rPr>
                        <a:t>Cluster disk throughput</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3150 GB/s</a:t>
                      </a:r>
                      <a:br>
                        <a:rPr lang="en-US" sz="1800">
                          <a:latin typeface="Tahoma"/>
                          <a:ea typeface="Tahoma"/>
                          <a:cs typeface="Tahoma"/>
                          <a:sym typeface="Tahoma"/>
                        </a:rPr>
                      </a:br>
                      <a:r>
                        <a:rPr lang="en-US" sz="1800">
                          <a:latin typeface="Tahoma"/>
                          <a:ea typeface="Tahoma"/>
                          <a:cs typeface="Tahoma"/>
                          <a:sym typeface="Tahoma"/>
                        </a:rPr>
                        <a:t>(est.)</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618 GB/s</a:t>
                      </a:r>
                      <a:endParaRPr/>
                    </a:p>
                  </a:txBody>
                  <a:tcPr marT="38100" marB="38100" marR="38100" marL="38100" anchor="ctr"/>
                </a:tc>
              </a:tr>
              <a:tr h="709100">
                <a:tc>
                  <a:txBody>
                    <a:bodyPr/>
                    <a:lstStyle/>
                    <a:p>
                      <a:pPr indent="0" lvl="0" marL="0" marR="0" rtl="0" algn="ctr">
                        <a:spcBef>
                          <a:spcPts val="0"/>
                        </a:spcBef>
                        <a:spcAft>
                          <a:spcPts val="0"/>
                        </a:spcAft>
                        <a:buNone/>
                      </a:pPr>
                      <a:r>
                        <a:rPr lang="en-US" sz="1800">
                          <a:latin typeface="Tahoma"/>
                          <a:ea typeface="Tahoma"/>
                          <a:cs typeface="Tahoma"/>
                          <a:sym typeface="Tahoma"/>
                        </a:rPr>
                        <a:t>Network</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dedicated data center, 10Gbps</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virtualized (EC2) 10Gbps network</a:t>
                      </a:r>
                      <a:endParaRPr/>
                    </a:p>
                  </a:txBody>
                  <a:tcPr marT="38100" marB="38100" marR="38100" marL="38100" anchor="ctr"/>
                </a:tc>
              </a:tr>
              <a:tr h="419800">
                <a:tc>
                  <a:txBody>
                    <a:bodyPr/>
                    <a:lstStyle/>
                    <a:p>
                      <a:pPr indent="0" lvl="0" marL="0" marR="0" rtl="0" algn="ctr">
                        <a:spcBef>
                          <a:spcPts val="0"/>
                        </a:spcBef>
                        <a:spcAft>
                          <a:spcPts val="0"/>
                        </a:spcAft>
                        <a:buNone/>
                      </a:pPr>
                      <a:r>
                        <a:rPr b="1" lang="en-US" sz="1800">
                          <a:latin typeface="Tahoma"/>
                          <a:ea typeface="Tahoma"/>
                          <a:cs typeface="Tahoma"/>
                          <a:sym typeface="Tahoma"/>
                        </a:rPr>
                        <a:t>Sort rate</a:t>
                      </a:r>
                      <a:endParaRPr sz="1800">
                        <a:latin typeface="Tahoma"/>
                        <a:ea typeface="Tahoma"/>
                        <a:cs typeface="Tahoma"/>
                        <a:sym typeface="Tahoma"/>
                      </a:endParaRPr>
                    </a:p>
                  </a:txBody>
                  <a:tcPr marT="38100" marB="38100" marR="38100" marL="38100" anchor="ctr"/>
                </a:tc>
                <a:tc>
                  <a:txBody>
                    <a:bodyPr/>
                    <a:lstStyle/>
                    <a:p>
                      <a:pPr indent="0" lvl="0" marL="0" marR="0" rtl="0" algn="ctr">
                        <a:spcBef>
                          <a:spcPts val="0"/>
                        </a:spcBef>
                        <a:spcAft>
                          <a:spcPts val="0"/>
                        </a:spcAft>
                        <a:buNone/>
                      </a:pPr>
                      <a:r>
                        <a:rPr b="1" lang="en-US" sz="1800">
                          <a:latin typeface="Tahoma"/>
                          <a:ea typeface="Tahoma"/>
                          <a:cs typeface="Tahoma"/>
                          <a:sym typeface="Tahoma"/>
                        </a:rPr>
                        <a:t>1.42 TB/min</a:t>
                      </a:r>
                      <a:endParaRPr sz="1800">
                        <a:latin typeface="Tahoma"/>
                        <a:ea typeface="Tahoma"/>
                        <a:cs typeface="Tahoma"/>
                        <a:sym typeface="Tahoma"/>
                      </a:endParaRPr>
                    </a:p>
                  </a:txBody>
                  <a:tcPr marT="38100" marB="38100" marR="38100" marL="38100" anchor="ctr"/>
                </a:tc>
                <a:tc>
                  <a:txBody>
                    <a:bodyPr/>
                    <a:lstStyle/>
                    <a:p>
                      <a:pPr indent="0" lvl="0" marL="0" marR="0" rtl="0" algn="ctr">
                        <a:spcBef>
                          <a:spcPts val="0"/>
                        </a:spcBef>
                        <a:spcAft>
                          <a:spcPts val="0"/>
                        </a:spcAft>
                        <a:buNone/>
                      </a:pPr>
                      <a:r>
                        <a:rPr b="1" lang="en-US" sz="1800">
                          <a:latin typeface="Tahoma"/>
                          <a:ea typeface="Tahoma"/>
                          <a:cs typeface="Tahoma"/>
                          <a:sym typeface="Tahoma"/>
                        </a:rPr>
                        <a:t>4.27 TB/min</a:t>
                      </a:r>
                      <a:endParaRPr sz="1800">
                        <a:latin typeface="Tahoma"/>
                        <a:ea typeface="Tahoma"/>
                        <a:cs typeface="Tahoma"/>
                        <a:sym typeface="Tahoma"/>
                      </a:endParaRPr>
                    </a:p>
                  </a:txBody>
                  <a:tcPr marT="38100" marB="38100" marR="38100" marL="38100" anchor="ctr"/>
                </a:tc>
              </a:tr>
              <a:tr h="419800">
                <a:tc>
                  <a:txBody>
                    <a:bodyPr/>
                    <a:lstStyle/>
                    <a:p>
                      <a:pPr indent="0" lvl="0" marL="0" marR="0" rtl="0" algn="ctr">
                        <a:spcBef>
                          <a:spcPts val="0"/>
                        </a:spcBef>
                        <a:spcAft>
                          <a:spcPts val="0"/>
                        </a:spcAft>
                        <a:buNone/>
                      </a:pPr>
                      <a:r>
                        <a:rPr b="1" lang="en-US" sz="1800">
                          <a:latin typeface="Tahoma"/>
                          <a:ea typeface="Tahoma"/>
                          <a:cs typeface="Tahoma"/>
                          <a:sym typeface="Tahoma"/>
                        </a:rPr>
                        <a:t>Sort rate/node</a:t>
                      </a:r>
                      <a:endParaRPr sz="1800">
                        <a:latin typeface="Tahoma"/>
                        <a:ea typeface="Tahoma"/>
                        <a:cs typeface="Tahoma"/>
                        <a:sym typeface="Tahoma"/>
                      </a:endParaRPr>
                    </a:p>
                  </a:txBody>
                  <a:tcPr marT="38100" marB="38100" marR="38100" marL="38100" anchor="ctr"/>
                </a:tc>
                <a:tc>
                  <a:txBody>
                    <a:bodyPr/>
                    <a:lstStyle/>
                    <a:p>
                      <a:pPr indent="0" lvl="0" marL="0" marR="0" rtl="0" algn="ctr">
                        <a:spcBef>
                          <a:spcPts val="0"/>
                        </a:spcBef>
                        <a:spcAft>
                          <a:spcPts val="0"/>
                        </a:spcAft>
                        <a:buNone/>
                      </a:pPr>
                      <a:r>
                        <a:rPr b="1" lang="en-US" sz="1800">
                          <a:latin typeface="Tahoma"/>
                          <a:ea typeface="Tahoma"/>
                          <a:cs typeface="Tahoma"/>
                          <a:sym typeface="Tahoma"/>
                        </a:rPr>
                        <a:t>0.67 GB/min</a:t>
                      </a:r>
                      <a:endParaRPr sz="1800">
                        <a:latin typeface="Tahoma"/>
                        <a:ea typeface="Tahoma"/>
                        <a:cs typeface="Tahoma"/>
                        <a:sym typeface="Tahoma"/>
                      </a:endParaRPr>
                    </a:p>
                  </a:txBody>
                  <a:tcPr marT="38100" marB="38100" marR="38100" marL="38100" anchor="ctr"/>
                </a:tc>
                <a:tc>
                  <a:txBody>
                    <a:bodyPr/>
                    <a:lstStyle/>
                    <a:p>
                      <a:pPr indent="0" lvl="0" marL="0" marR="0" rtl="0" algn="ctr">
                        <a:spcBef>
                          <a:spcPts val="0"/>
                        </a:spcBef>
                        <a:spcAft>
                          <a:spcPts val="0"/>
                        </a:spcAft>
                        <a:buNone/>
                      </a:pPr>
                      <a:r>
                        <a:rPr b="1" lang="en-US" sz="1800">
                          <a:latin typeface="Tahoma"/>
                          <a:ea typeface="Tahoma"/>
                          <a:cs typeface="Tahoma"/>
                          <a:sym typeface="Tahoma"/>
                        </a:rPr>
                        <a:t>20.7 GB/min</a:t>
                      </a:r>
                      <a:endParaRPr sz="1800">
                        <a:latin typeface="Tahoma"/>
                        <a:ea typeface="Tahoma"/>
                        <a:cs typeface="Tahoma"/>
                        <a:sym typeface="Tahoma"/>
                      </a:endParaRPr>
                    </a:p>
                  </a:txBody>
                  <a:tcPr marT="38100" marB="38100" marR="38100" marL="38100" anchor="ctr"/>
                </a:tc>
              </a:tr>
            </a:tbl>
          </a:graphicData>
        </a:graphic>
      </p:graphicFrame>
      <p:sp>
        <p:nvSpPr>
          <p:cNvPr id="1327" name="Google Shape;1327;p33"/>
          <p:cNvSpPr txBox="1"/>
          <p:nvPr/>
        </p:nvSpPr>
        <p:spPr>
          <a:xfrm>
            <a:off x="1047721" y="6061856"/>
            <a:ext cx="9073079" cy="90816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Sort benchmark, Daytona Gray: sort of 100 TB of data (1 trillion records)</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http://databricks.com/blog/2014/11/05/spark-officially-sets-a-new-record-in-large-scale-sorting.html</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28" name="Google Shape;1328;p33"/>
          <p:cNvSpPr txBox="1"/>
          <p:nvPr/>
        </p:nvSpPr>
        <p:spPr>
          <a:xfrm>
            <a:off x="8271946" y="1144932"/>
            <a:ext cx="1848854" cy="1569660"/>
          </a:xfrm>
          <a:prstGeom prst="rect">
            <a:avLst/>
          </a:prstGeom>
          <a:solidFill>
            <a:srgbClr val="FF7F7F"/>
          </a:solidFill>
          <a:ln cap="flat" cmpd="sng" w="9525">
            <a:solidFill>
              <a:schemeClr val="accent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Spark, 3x faster with 1/10 the nodes</a:t>
            </a:r>
            <a:endParaRPr b="1" sz="24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3" name="Shape 1333"/>
        <p:cNvGrpSpPr/>
        <p:nvPr/>
      </p:nvGrpSpPr>
      <p:grpSpPr>
        <a:xfrm>
          <a:off x="0" y="0"/>
          <a:ext cx="0" cy="0"/>
          <a:chOff x="0" y="0"/>
          <a:chExt cx="0" cy="0"/>
        </a:xfrm>
      </p:grpSpPr>
      <p:sp>
        <p:nvSpPr>
          <p:cNvPr id="1334" name="Google Shape;1334;p34"/>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Components</a:t>
            </a:r>
            <a:endParaRPr/>
          </a:p>
        </p:txBody>
      </p:sp>
      <p:pic>
        <p:nvPicPr>
          <p:cNvPr descr="earn Apache Spark: A Comprehensive Guide - Whizlabs Blog" id="1335" name="Google Shape;1335;p34"/>
          <p:cNvPicPr preferRelativeResize="0"/>
          <p:nvPr/>
        </p:nvPicPr>
        <p:blipFill rotWithShape="1">
          <a:blip r:embed="rId3">
            <a:alphaModFix/>
          </a:blip>
          <a:srcRect b="0" l="0" r="0" t="0"/>
          <a:stretch/>
        </p:blipFill>
        <p:spPr>
          <a:xfrm>
            <a:off x="1979612" y="981197"/>
            <a:ext cx="7620000" cy="587680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0" name="Shape 1340"/>
        <p:cNvGrpSpPr/>
        <p:nvPr/>
      </p:nvGrpSpPr>
      <p:grpSpPr>
        <a:xfrm>
          <a:off x="0" y="0"/>
          <a:ext cx="0" cy="0"/>
          <a:chOff x="0" y="0"/>
          <a:chExt cx="0" cy="0"/>
        </a:xfrm>
      </p:grpSpPr>
      <p:sp>
        <p:nvSpPr>
          <p:cNvPr id="1341" name="Google Shape;1341;p35"/>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Architecture</a:t>
            </a:r>
            <a:endParaRPr/>
          </a:p>
        </p:txBody>
      </p:sp>
      <p:sp>
        <p:nvSpPr>
          <p:cNvPr descr="http://training.databricks.com/databricks_guide/gentle_introduction/videoss_logo.png" id="1342" name="Google Shape;1342;p35"/>
          <p:cNvSpPr/>
          <p:nvPr/>
        </p:nvSpPr>
        <p:spPr>
          <a:xfrm>
            <a:off x="5942013"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43" name="Google Shape;1343;p35"/>
          <p:cNvSpPr txBox="1"/>
          <p:nvPr>
            <p:ph idx="1" type="body"/>
          </p:nvPr>
        </p:nvSpPr>
        <p:spPr>
          <a:xfrm>
            <a:off x="609441" y="1138425"/>
            <a:ext cx="11428571" cy="5033775"/>
          </a:xfrm>
          <a:prstGeom prst="rect">
            <a:avLst/>
          </a:prstGeom>
          <a:noFill/>
          <a:ln>
            <a:noFill/>
          </a:ln>
        </p:spPr>
        <p:txBody>
          <a:bodyPr anchorCtr="0" anchor="t" bIns="60925" lIns="121875" spcFirstLastPara="1" rIns="121875" wrap="square" tIns="60925">
            <a:normAutofit/>
          </a:bodyPr>
          <a:lstStyle/>
          <a:p>
            <a:pPr indent="-457120" lvl="0" marL="457120" rtl="0" algn="l">
              <a:lnSpc>
                <a:spcPct val="80000"/>
              </a:lnSpc>
              <a:spcBef>
                <a:spcPts val="0"/>
              </a:spcBef>
              <a:spcAft>
                <a:spcPts val="0"/>
              </a:spcAft>
              <a:buClr>
                <a:schemeClr val="dk1"/>
              </a:buClr>
              <a:buSzPts val="3330"/>
              <a:buChar char="•"/>
            </a:pPr>
            <a:r>
              <a:rPr lang="en-US" sz="3330"/>
              <a:t>A master-worker type architecture</a:t>
            </a:r>
            <a:endParaRPr/>
          </a:p>
          <a:p>
            <a:pPr indent="-380933" lvl="1" marL="990427" rtl="0" algn="l">
              <a:lnSpc>
                <a:spcPct val="80000"/>
              </a:lnSpc>
              <a:spcBef>
                <a:spcPts val="592"/>
              </a:spcBef>
              <a:spcAft>
                <a:spcPts val="0"/>
              </a:spcAft>
              <a:buClr>
                <a:schemeClr val="dk1"/>
              </a:buClr>
              <a:buSzPts val="2960"/>
              <a:buChar char="–"/>
            </a:pPr>
            <a:r>
              <a:rPr lang="en-US" sz="2960"/>
              <a:t>A driver or master node</a:t>
            </a:r>
            <a:endParaRPr/>
          </a:p>
          <a:p>
            <a:pPr indent="-380933" lvl="1" marL="990427" rtl="0" algn="l">
              <a:lnSpc>
                <a:spcPct val="80000"/>
              </a:lnSpc>
              <a:spcBef>
                <a:spcPts val="592"/>
              </a:spcBef>
              <a:spcAft>
                <a:spcPts val="0"/>
              </a:spcAft>
              <a:buClr>
                <a:schemeClr val="dk1"/>
              </a:buClr>
              <a:buSzPts val="2960"/>
              <a:buChar char="–"/>
            </a:pPr>
            <a:r>
              <a:rPr lang="en-US" sz="2960"/>
              <a:t>Worker nodes </a:t>
            </a:r>
            <a:endParaRPr/>
          </a:p>
          <a:p>
            <a:pPr indent="-192973" lvl="1" marL="990427" rtl="0" algn="l">
              <a:lnSpc>
                <a:spcPct val="80000"/>
              </a:lnSpc>
              <a:spcBef>
                <a:spcPts val="592"/>
              </a:spcBef>
              <a:spcAft>
                <a:spcPts val="0"/>
              </a:spcAft>
              <a:buClr>
                <a:schemeClr val="dk1"/>
              </a:buClr>
              <a:buSzPts val="2960"/>
              <a:buNone/>
            </a:pPr>
            <a:r>
              <a:t/>
            </a:r>
            <a:endParaRPr sz="2960"/>
          </a:p>
          <a:p>
            <a:pPr indent="-192973" lvl="1" marL="990427" rtl="0" algn="l">
              <a:lnSpc>
                <a:spcPct val="80000"/>
              </a:lnSpc>
              <a:spcBef>
                <a:spcPts val="592"/>
              </a:spcBef>
              <a:spcAft>
                <a:spcPts val="0"/>
              </a:spcAft>
              <a:buClr>
                <a:schemeClr val="dk1"/>
              </a:buClr>
              <a:buSzPts val="2960"/>
              <a:buNone/>
            </a:pPr>
            <a:r>
              <a:t/>
            </a:r>
            <a:endParaRPr sz="2960"/>
          </a:p>
          <a:p>
            <a:pPr indent="0" lvl="1" marL="609494" rtl="0" algn="l">
              <a:lnSpc>
                <a:spcPct val="80000"/>
              </a:lnSpc>
              <a:spcBef>
                <a:spcPts val="592"/>
              </a:spcBef>
              <a:spcAft>
                <a:spcPts val="0"/>
              </a:spcAft>
              <a:buClr>
                <a:schemeClr val="dk1"/>
              </a:buClr>
              <a:buSzPts val="2960"/>
              <a:buNone/>
            </a:pPr>
            <a:r>
              <a:t/>
            </a:r>
            <a:endParaRPr sz="2960"/>
          </a:p>
          <a:p>
            <a:pPr indent="0" lvl="1" marL="609494" rtl="0" algn="l">
              <a:lnSpc>
                <a:spcPct val="80000"/>
              </a:lnSpc>
              <a:spcBef>
                <a:spcPts val="592"/>
              </a:spcBef>
              <a:spcAft>
                <a:spcPts val="0"/>
              </a:spcAft>
              <a:buClr>
                <a:schemeClr val="dk1"/>
              </a:buClr>
              <a:buSzPts val="2960"/>
              <a:buNone/>
            </a:pPr>
            <a:r>
              <a:t/>
            </a:r>
            <a:endParaRPr sz="2960"/>
          </a:p>
          <a:p>
            <a:pPr indent="-457120" lvl="0" marL="457120" rtl="0" algn="l">
              <a:lnSpc>
                <a:spcPct val="80000"/>
              </a:lnSpc>
              <a:spcBef>
                <a:spcPts val="666"/>
              </a:spcBef>
              <a:spcAft>
                <a:spcPts val="0"/>
              </a:spcAft>
              <a:buClr>
                <a:schemeClr val="dk1"/>
              </a:buClr>
              <a:buSzPts val="3330"/>
              <a:buChar char="•"/>
            </a:pPr>
            <a:r>
              <a:rPr lang="en-US" sz="3330"/>
              <a:t>The master send works to the workers and either instructs them to pull data from memory or from </a:t>
            </a:r>
            <a:r>
              <a:rPr lang="en-US" sz="3330">
                <a:latin typeface="Calibri"/>
                <a:ea typeface="Calibri"/>
                <a:cs typeface="Calibri"/>
                <a:sym typeface="Calibri"/>
              </a:rPr>
              <a:t>hard</a:t>
            </a:r>
            <a:r>
              <a:rPr lang="en-US" sz="3330"/>
              <a:t> disk (or from another source like S3 or HDSF)</a:t>
            </a:r>
            <a:endParaRPr/>
          </a:p>
          <a:p>
            <a:pPr indent="-245665" lvl="0" marL="457120" rtl="0" algn="l">
              <a:lnSpc>
                <a:spcPct val="80000"/>
              </a:lnSpc>
              <a:spcBef>
                <a:spcPts val="666"/>
              </a:spcBef>
              <a:spcAft>
                <a:spcPts val="0"/>
              </a:spcAft>
              <a:buClr>
                <a:schemeClr val="dk1"/>
              </a:buClr>
              <a:buSzPts val="3330"/>
              <a:buNone/>
            </a:pPr>
            <a:r>
              <a:t/>
            </a:r>
            <a:endParaRPr sz="3330"/>
          </a:p>
          <a:p>
            <a:pPr indent="-245665" lvl="0" marL="457120" rtl="0" algn="l">
              <a:lnSpc>
                <a:spcPct val="80000"/>
              </a:lnSpc>
              <a:spcBef>
                <a:spcPts val="666"/>
              </a:spcBef>
              <a:spcAft>
                <a:spcPts val="0"/>
              </a:spcAft>
              <a:buClr>
                <a:schemeClr val="dk1"/>
              </a:buClr>
              <a:buSzPts val="3330"/>
              <a:buNone/>
            </a:pPr>
            <a:r>
              <a:t/>
            </a:r>
            <a:endParaRPr sz="3330"/>
          </a:p>
          <a:p>
            <a:pPr indent="-245665" lvl="0" marL="457120" rtl="0" algn="l">
              <a:lnSpc>
                <a:spcPct val="80000"/>
              </a:lnSpc>
              <a:spcBef>
                <a:spcPts val="666"/>
              </a:spcBef>
              <a:spcAft>
                <a:spcPts val="0"/>
              </a:spcAft>
              <a:buClr>
                <a:schemeClr val="dk1"/>
              </a:buClr>
              <a:buSzPts val="3330"/>
              <a:buNone/>
            </a:pPr>
            <a:r>
              <a:t/>
            </a:r>
            <a:endParaRPr sz="3330"/>
          </a:p>
        </p:txBody>
      </p:sp>
      <p:pic>
        <p:nvPicPr>
          <p:cNvPr descr="http://training.databricks.com/databricks_guide/gentle_introduction/spark_cluster_tasks.png" id="1344" name="Google Shape;1344;p35"/>
          <p:cNvPicPr preferRelativeResize="0"/>
          <p:nvPr/>
        </p:nvPicPr>
        <p:blipFill rotWithShape="1">
          <a:blip r:embed="rId3">
            <a:alphaModFix/>
          </a:blip>
          <a:srcRect b="0" l="0" r="0" t="0"/>
          <a:stretch/>
        </p:blipFill>
        <p:spPr>
          <a:xfrm>
            <a:off x="4905692" y="2057400"/>
            <a:ext cx="6827518" cy="21336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9" name="Shape 1349"/>
        <p:cNvGrpSpPr/>
        <p:nvPr/>
      </p:nvGrpSpPr>
      <p:grpSpPr>
        <a:xfrm>
          <a:off x="0" y="0"/>
          <a:ext cx="0" cy="0"/>
          <a:chOff x="0" y="0"/>
          <a:chExt cx="0" cy="0"/>
        </a:xfrm>
      </p:grpSpPr>
      <p:sp>
        <p:nvSpPr>
          <p:cNvPr id="1350" name="Google Shape;1350;p36"/>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Architecture(2)</a:t>
            </a:r>
            <a:endParaRPr/>
          </a:p>
        </p:txBody>
      </p:sp>
      <p:sp>
        <p:nvSpPr>
          <p:cNvPr id="1351" name="Google Shape;1351;p36"/>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A Spark program first creates a </a:t>
            </a:r>
            <a:r>
              <a:rPr i="1" lang="en-US"/>
              <a:t>SparkContext</a:t>
            </a:r>
            <a:r>
              <a:rPr lang="en-US"/>
              <a:t> object</a:t>
            </a:r>
            <a:endParaRPr/>
          </a:p>
          <a:p>
            <a:pPr indent="-380933" lvl="1" marL="990427" rtl="0" algn="l">
              <a:spcBef>
                <a:spcPts val="640"/>
              </a:spcBef>
              <a:spcAft>
                <a:spcPts val="0"/>
              </a:spcAft>
              <a:buClr>
                <a:schemeClr val="dk1"/>
              </a:buClr>
              <a:buSzPts val="3200"/>
              <a:buChar char="–"/>
            </a:pPr>
            <a:r>
              <a:rPr i="1" lang="en-US"/>
              <a:t>SparkContext</a:t>
            </a:r>
            <a:r>
              <a:rPr lang="en-US"/>
              <a:t> tells Spark how and where to access a cluster</a:t>
            </a:r>
            <a:endParaRPr/>
          </a:p>
          <a:p>
            <a:pPr indent="-380933" lvl="1" marL="990427" rtl="0" algn="l">
              <a:spcBef>
                <a:spcPts val="640"/>
              </a:spcBef>
              <a:spcAft>
                <a:spcPts val="0"/>
              </a:spcAft>
              <a:buClr>
                <a:schemeClr val="dk1"/>
              </a:buClr>
              <a:buSzPts val="3200"/>
              <a:buChar char="–"/>
            </a:pPr>
            <a:r>
              <a:rPr lang="en-US"/>
              <a:t>The </a:t>
            </a:r>
            <a:r>
              <a:rPr i="1" lang="en-US"/>
              <a:t>master </a:t>
            </a:r>
            <a:r>
              <a:rPr lang="en-US"/>
              <a:t>parameter for a </a:t>
            </a:r>
            <a:r>
              <a:rPr i="1" lang="en-US"/>
              <a:t>SparkContext</a:t>
            </a:r>
            <a:r>
              <a:rPr lang="en-US"/>
              <a:t> determines which type and size of cluster to use</a:t>
            </a:r>
            <a:endParaRPr/>
          </a:p>
          <a:p>
            <a:pPr indent="-228520" lvl="0" marL="457120" rtl="0" algn="l">
              <a:spcBef>
                <a:spcPts val="720"/>
              </a:spcBef>
              <a:spcAft>
                <a:spcPts val="0"/>
              </a:spcAft>
              <a:buClr>
                <a:schemeClr val="dk1"/>
              </a:buClr>
              <a:buSzPts val="3600"/>
              <a:buNone/>
            </a:pPr>
            <a:r>
              <a:t/>
            </a:r>
            <a:endParaRPr i="1"/>
          </a:p>
        </p:txBody>
      </p:sp>
      <p:graphicFrame>
        <p:nvGraphicFramePr>
          <p:cNvPr id="1352" name="Google Shape;1352;p36"/>
          <p:cNvGraphicFramePr/>
          <p:nvPr/>
        </p:nvGraphicFramePr>
        <p:xfrm>
          <a:off x="760412" y="3505200"/>
          <a:ext cx="3000000" cy="3000000"/>
        </p:xfrm>
        <a:graphic>
          <a:graphicData uri="http://schemas.openxmlformats.org/drawingml/2006/table">
            <a:tbl>
              <a:tblPr bandRow="1" firstRow="1">
                <a:noFill/>
                <a:tableStyleId>{9563964F-672D-4FB1-9A79-4AC09D7AA3B5}</a:tableStyleId>
              </a:tblPr>
              <a:tblGrid>
                <a:gridCol w="2971800"/>
                <a:gridCol w="7696200"/>
              </a:tblGrid>
              <a:tr h="533400">
                <a:tc>
                  <a:txBody>
                    <a:bodyPr/>
                    <a:lstStyle/>
                    <a:p>
                      <a:pPr indent="0" lvl="0" marL="0" marR="0" rtl="0" algn="l">
                        <a:spcBef>
                          <a:spcPts val="0"/>
                        </a:spcBef>
                        <a:spcAft>
                          <a:spcPts val="0"/>
                        </a:spcAft>
                        <a:buNone/>
                      </a:pPr>
                      <a:r>
                        <a:rPr lang="en-US" sz="2400"/>
                        <a:t>Master parameter</a:t>
                      </a:r>
                      <a:endParaRPr/>
                    </a:p>
                  </a:txBody>
                  <a:tcPr marT="45725" marB="45725" marR="91450" marL="91450"/>
                </a:tc>
                <a:tc>
                  <a:txBody>
                    <a:bodyPr/>
                    <a:lstStyle/>
                    <a:p>
                      <a:pPr indent="0" lvl="0" marL="0" marR="0" rtl="0" algn="l">
                        <a:spcBef>
                          <a:spcPts val="0"/>
                        </a:spcBef>
                        <a:spcAft>
                          <a:spcPts val="0"/>
                        </a:spcAft>
                        <a:buNone/>
                      </a:pPr>
                      <a:r>
                        <a:rPr lang="en-US" sz="2400"/>
                        <a:t>Description</a:t>
                      </a:r>
                      <a:endParaRPr/>
                    </a:p>
                  </a:txBody>
                  <a:tcPr marT="45725" marB="45725" marR="91450" marL="91450"/>
                </a:tc>
              </a:tr>
              <a:tr h="482500">
                <a:tc>
                  <a:txBody>
                    <a:bodyPr/>
                    <a:lstStyle/>
                    <a:p>
                      <a:pPr indent="0" lvl="0" marL="0" marR="0" rtl="0" algn="l">
                        <a:spcBef>
                          <a:spcPts val="0"/>
                        </a:spcBef>
                        <a:spcAft>
                          <a:spcPts val="0"/>
                        </a:spcAft>
                        <a:buNone/>
                      </a:pPr>
                      <a:r>
                        <a:rPr lang="en-US" sz="2400"/>
                        <a:t>local</a:t>
                      </a:r>
                      <a:endParaRPr/>
                    </a:p>
                  </a:txBody>
                  <a:tcPr marT="45725" marB="45725" marR="91450" marL="91450"/>
                </a:tc>
                <a:tc>
                  <a:txBody>
                    <a:bodyPr/>
                    <a:lstStyle/>
                    <a:p>
                      <a:pPr indent="0" lvl="0" marL="0" marR="0" rtl="0" algn="l">
                        <a:spcBef>
                          <a:spcPts val="0"/>
                        </a:spcBef>
                        <a:spcAft>
                          <a:spcPts val="0"/>
                        </a:spcAft>
                        <a:buNone/>
                      </a:pPr>
                      <a:r>
                        <a:rPr lang="en-US" sz="2400"/>
                        <a:t>Run Spark locally with</a:t>
                      </a:r>
                      <a:r>
                        <a:rPr lang="en-US" sz="2400"/>
                        <a:t> one worker thread (no parallelism) </a:t>
                      </a:r>
                      <a:endParaRPr sz="2400"/>
                    </a:p>
                  </a:txBody>
                  <a:tcPr marT="45725" marB="45725" marR="91450" marL="91450"/>
                </a:tc>
              </a:tr>
              <a:tr h="822950">
                <a:tc>
                  <a:txBody>
                    <a:bodyPr/>
                    <a:lstStyle/>
                    <a:p>
                      <a:pPr indent="0" lvl="0" marL="0" marR="0" rtl="0" algn="l">
                        <a:spcBef>
                          <a:spcPts val="0"/>
                        </a:spcBef>
                        <a:spcAft>
                          <a:spcPts val="0"/>
                        </a:spcAft>
                        <a:buNone/>
                      </a:pPr>
                      <a:r>
                        <a:rPr lang="en-US" sz="2400"/>
                        <a:t>local[K]</a:t>
                      </a:r>
                      <a:endParaRPr/>
                    </a:p>
                  </a:txBody>
                  <a:tcPr marT="45725" marB="45725" marR="91450" marL="91450"/>
                </a:tc>
                <a:tc>
                  <a:txBody>
                    <a:bodyPr/>
                    <a:lstStyle/>
                    <a:p>
                      <a:pPr indent="0" lvl="0" marL="0" marR="0" rtl="0" algn="l">
                        <a:spcBef>
                          <a:spcPts val="0"/>
                        </a:spcBef>
                        <a:spcAft>
                          <a:spcPts val="0"/>
                        </a:spcAft>
                        <a:buNone/>
                      </a:pPr>
                      <a:r>
                        <a:rPr lang="en-US" sz="2400"/>
                        <a:t>Run Spark locally</a:t>
                      </a:r>
                      <a:r>
                        <a:rPr lang="en-US" sz="2400"/>
                        <a:t> with K worker threads (ideal set to number of cores)</a:t>
                      </a:r>
                      <a:endParaRPr sz="2400"/>
                    </a:p>
                  </a:txBody>
                  <a:tcPr marT="45725" marB="45725" marR="91450" marL="91450"/>
                </a:tc>
              </a:tr>
              <a:tr h="538575">
                <a:tc>
                  <a:txBody>
                    <a:bodyPr/>
                    <a:lstStyle/>
                    <a:p>
                      <a:pPr indent="0" lvl="0" marL="0" marR="0" rtl="0" algn="l">
                        <a:spcBef>
                          <a:spcPts val="0"/>
                        </a:spcBef>
                        <a:spcAft>
                          <a:spcPts val="0"/>
                        </a:spcAft>
                        <a:buNone/>
                      </a:pPr>
                      <a:r>
                        <a:rPr lang="en-US" sz="2400"/>
                        <a:t>spark://HOST:PORT</a:t>
                      </a:r>
                      <a:r>
                        <a:rPr lang="en-US" sz="2400"/>
                        <a:t> </a:t>
                      </a:r>
                      <a:endParaRPr sz="2400"/>
                    </a:p>
                  </a:txBody>
                  <a:tcPr marT="45725" marB="45725" marR="91450" marL="91450"/>
                </a:tc>
                <a:tc>
                  <a:txBody>
                    <a:bodyPr/>
                    <a:lstStyle/>
                    <a:p>
                      <a:pPr indent="0" lvl="0" marL="0" marR="0" rtl="0" algn="l">
                        <a:spcBef>
                          <a:spcPts val="0"/>
                        </a:spcBef>
                        <a:spcAft>
                          <a:spcPts val="0"/>
                        </a:spcAft>
                        <a:buNone/>
                      </a:pPr>
                      <a:r>
                        <a:rPr lang="en-US" sz="2400"/>
                        <a:t>Connect to a Spark standalone cluster</a:t>
                      </a:r>
                      <a:endParaRPr/>
                    </a:p>
                  </a:txBody>
                  <a:tcPr marT="45725" marB="45725" marR="91450" marL="91450"/>
                </a:tc>
              </a:tr>
              <a:tr h="457200">
                <a:tc>
                  <a:txBody>
                    <a:bodyPr/>
                    <a:lstStyle/>
                    <a:p>
                      <a:pPr indent="0" lvl="0" marL="0" marR="0" rtl="0" algn="l">
                        <a:spcBef>
                          <a:spcPts val="0"/>
                        </a:spcBef>
                        <a:spcAft>
                          <a:spcPts val="0"/>
                        </a:spcAft>
                        <a:buNone/>
                      </a:pPr>
                      <a:r>
                        <a:rPr lang="en-US" sz="2400"/>
                        <a:t>mesos://HOST:PORT</a:t>
                      </a:r>
                      <a:endParaRPr/>
                    </a:p>
                  </a:txBody>
                  <a:tcPr marT="45725" marB="45725" marR="91450" marL="91450"/>
                </a:tc>
                <a:tc>
                  <a:txBody>
                    <a:bodyPr/>
                    <a:lstStyle/>
                    <a:p>
                      <a:pPr indent="0" lvl="0" marL="0" marR="0" rtl="0" algn="l">
                        <a:spcBef>
                          <a:spcPts val="0"/>
                        </a:spcBef>
                        <a:spcAft>
                          <a:spcPts val="0"/>
                        </a:spcAft>
                        <a:buNone/>
                      </a:pPr>
                      <a:r>
                        <a:rPr lang="en-US" sz="2400"/>
                        <a:t>Connect</a:t>
                      </a:r>
                      <a:r>
                        <a:rPr lang="en-US" sz="2400"/>
                        <a:t> to a Mesos cluster</a:t>
                      </a:r>
                      <a:endParaRPr sz="2400"/>
                    </a:p>
                  </a:txBody>
                  <a:tcPr marT="45725" marB="45725" marR="91450" marL="91450"/>
                </a:tc>
              </a:tr>
              <a:tr h="457200">
                <a:tc>
                  <a:txBody>
                    <a:bodyPr/>
                    <a:lstStyle/>
                    <a:p>
                      <a:pPr indent="0" lvl="0" marL="0" marR="0" rtl="0" algn="l">
                        <a:spcBef>
                          <a:spcPts val="0"/>
                        </a:spcBef>
                        <a:spcAft>
                          <a:spcPts val="0"/>
                        </a:spcAft>
                        <a:buNone/>
                      </a:pPr>
                      <a:r>
                        <a:rPr lang="en-US" sz="2400"/>
                        <a:t>yarn</a:t>
                      </a:r>
                      <a:endParaRPr/>
                    </a:p>
                  </a:txBody>
                  <a:tcPr marT="45725" marB="45725" marR="91450" marL="91450"/>
                </a:tc>
                <a:tc>
                  <a:txBody>
                    <a:bodyPr/>
                    <a:lstStyle/>
                    <a:p>
                      <a:pPr indent="0" lvl="0" marL="0" marR="0" rtl="0" algn="l">
                        <a:spcBef>
                          <a:spcPts val="0"/>
                        </a:spcBef>
                        <a:spcAft>
                          <a:spcPts val="0"/>
                        </a:spcAft>
                        <a:buNone/>
                      </a:pPr>
                      <a:r>
                        <a:rPr lang="en-US" sz="2400"/>
                        <a:t>Connect to a YARN cluster </a:t>
                      </a:r>
                      <a:endParaRPr/>
                    </a:p>
                  </a:txBody>
                  <a:tcPr marT="45725" marB="45725" marR="91450" marL="91450"/>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7" name="Shape 1357"/>
        <p:cNvGrpSpPr/>
        <p:nvPr/>
      </p:nvGrpSpPr>
      <p:grpSpPr>
        <a:xfrm>
          <a:off x="0" y="0"/>
          <a:ext cx="0" cy="0"/>
          <a:chOff x="0" y="0"/>
          <a:chExt cx="0" cy="0"/>
        </a:xfrm>
      </p:grpSpPr>
      <p:sp>
        <p:nvSpPr>
          <p:cNvPr id="1358" name="Google Shape;1358;p37"/>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DataFrame</a:t>
            </a:r>
            <a:endParaRPr b="1">
              <a:solidFill>
                <a:schemeClr val="dk2"/>
              </a:solidFill>
            </a:endParaRPr>
          </a:p>
        </p:txBody>
      </p:sp>
      <p:sp>
        <p:nvSpPr>
          <p:cNvPr id="1359" name="Google Shape;1359;p37"/>
          <p:cNvSpPr txBox="1"/>
          <p:nvPr>
            <p:ph idx="1" type="body"/>
          </p:nvPr>
        </p:nvSpPr>
        <p:spPr>
          <a:xfrm>
            <a:off x="609441" y="1138425"/>
            <a:ext cx="11199971" cy="5262375"/>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A primary abstraction in Spark</a:t>
            </a:r>
            <a:endParaRPr/>
          </a:p>
          <a:p>
            <a:pPr indent="-380933" lvl="1" marL="990427" rtl="0" algn="l">
              <a:spcBef>
                <a:spcPts val="640"/>
              </a:spcBef>
              <a:spcAft>
                <a:spcPts val="0"/>
              </a:spcAft>
              <a:buClr>
                <a:schemeClr val="dk1"/>
              </a:buClr>
              <a:buSzPts val="3200"/>
              <a:buChar char="–"/>
            </a:pPr>
            <a:r>
              <a:rPr lang="en-US"/>
              <a:t>Immutable once constructed</a:t>
            </a:r>
            <a:endParaRPr/>
          </a:p>
          <a:p>
            <a:pPr indent="-380933" lvl="1" marL="990427" rtl="0" algn="l">
              <a:spcBef>
                <a:spcPts val="640"/>
              </a:spcBef>
              <a:spcAft>
                <a:spcPts val="0"/>
              </a:spcAft>
              <a:buClr>
                <a:schemeClr val="dk1"/>
              </a:buClr>
              <a:buSzPts val="3200"/>
              <a:buChar char="–"/>
            </a:pPr>
            <a:r>
              <a:rPr lang="en-US"/>
              <a:t>Track lineage information to efficiently re-compute lost data</a:t>
            </a:r>
            <a:endParaRPr/>
          </a:p>
          <a:p>
            <a:pPr indent="-380933" lvl="1" marL="990427" rtl="0" algn="l">
              <a:spcBef>
                <a:spcPts val="640"/>
              </a:spcBef>
              <a:spcAft>
                <a:spcPts val="0"/>
              </a:spcAft>
              <a:buClr>
                <a:schemeClr val="dk1"/>
              </a:buClr>
              <a:buSzPts val="3200"/>
              <a:buChar char="–"/>
            </a:pPr>
            <a:r>
              <a:rPr lang="en-US"/>
              <a:t>Enable operations on collection of elements in parallel</a:t>
            </a:r>
            <a:endParaRPr/>
          </a:p>
          <a:p>
            <a:pPr indent="-457120" lvl="0" marL="457120" rtl="0" algn="l">
              <a:spcBef>
                <a:spcPts val="720"/>
              </a:spcBef>
              <a:spcAft>
                <a:spcPts val="0"/>
              </a:spcAft>
              <a:buClr>
                <a:schemeClr val="dk1"/>
              </a:buClr>
              <a:buSzPts val="3600"/>
              <a:buChar char="•"/>
            </a:pPr>
            <a:r>
              <a:rPr lang="en-US"/>
              <a:t>To construct DataFrame</a:t>
            </a:r>
            <a:endParaRPr/>
          </a:p>
          <a:p>
            <a:pPr indent="-380933" lvl="1" marL="990427" rtl="0" algn="l">
              <a:spcBef>
                <a:spcPts val="640"/>
              </a:spcBef>
              <a:spcAft>
                <a:spcPts val="0"/>
              </a:spcAft>
              <a:buClr>
                <a:schemeClr val="dk1"/>
              </a:buClr>
              <a:buSzPts val="3200"/>
              <a:buChar char="–"/>
            </a:pPr>
            <a:r>
              <a:rPr lang="en-US"/>
              <a:t>By </a:t>
            </a:r>
            <a:r>
              <a:rPr i="1" lang="en-US"/>
              <a:t>parallelizing</a:t>
            </a:r>
            <a:r>
              <a:rPr lang="en-US"/>
              <a:t> existing Python collections (lists)</a:t>
            </a:r>
            <a:endParaRPr/>
          </a:p>
          <a:p>
            <a:pPr indent="-380933" lvl="1" marL="990427" rtl="0" algn="l">
              <a:spcBef>
                <a:spcPts val="640"/>
              </a:spcBef>
              <a:spcAft>
                <a:spcPts val="0"/>
              </a:spcAft>
              <a:buClr>
                <a:schemeClr val="dk1"/>
              </a:buClr>
              <a:buSzPts val="3200"/>
              <a:buChar char="–"/>
            </a:pPr>
            <a:r>
              <a:rPr lang="en-US"/>
              <a:t>By transforming an existing Spark </a:t>
            </a:r>
            <a:r>
              <a:rPr lang="en-US">
                <a:latin typeface="Calibri"/>
                <a:ea typeface="Calibri"/>
                <a:cs typeface="Calibri"/>
                <a:sym typeface="Calibri"/>
              </a:rPr>
              <a:t>DF</a:t>
            </a:r>
            <a:r>
              <a:rPr lang="en-US"/>
              <a:t> or pandas DF</a:t>
            </a:r>
            <a:endParaRPr/>
          </a:p>
          <a:p>
            <a:pPr indent="-380933" lvl="1" marL="990427" rtl="0" algn="l">
              <a:spcBef>
                <a:spcPts val="640"/>
              </a:spcBef>
              <a:spcAft>
                <a:spcPts val="0"/>
              </a:spcAft>
              <a:buClr>
                <a:schemeClr val="dk1"/>
              </a:buClr>
              <a:buSzPts val="3200"/>
              <a:buChar char="–"/>
            </a:pPr>
            <a:r>
              <a:rPr lang="en-US"/>
              <a:t>From </a:t>
            </a:r>
            <a:r>
              <a:rPr i="1" lang="en-US"/>
              <a:t>files </a:t>
            </a:r>
            <a:r>
              <a:rPr lang="en-US"/>
              <a:t>in HDFS or other storage system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4" name="Shape 1364"/>
        <p:cNvGrpSpPr/>
        <p:nvPr/>
      </p:nvGrpSpPr>
      <p:grpSpPr>
        <a:xfrm>
          <a:off x="0" y="0"/>
          <a:ext cx="0" cy="0"/>
          <a:chOff x="0" y="0"/>
          <a:chExt cx="0" cy="0"/>
        </a:xfrm>
      </p:grpSpPr>
      <p:sp>
        <p:nvSpPr>
          <p:cNvPr id="1365" name="Google Shape;1365;p38"/>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Using DataFrame: </a:t>
            </a:r>
            <a:r>
              <a:rPr b="1" lang="en-US">
                <a:solidFill>
                  <a:schemeClr val="dk2"/>
                </a:solidFill>
                <a:latin typeface="Calibri"/>
                <a:ea typeface="Calibri"/>
                <a:cs typeface="Calibri"/>
                <a:sym typeface="Calibri"/>
              </a:rPr>
              <a:t>an example in pyspark</a:t>
            </a:r>
            <a:endParaRPr b="1">
              <a:solidFill>
                <a:schemeClr val="dk2"/>
              </a:solidFill>
              <a:latin typeface="Calibri"/>
              <a:ea typeface="Calibri"/>
              <a:cs typeface="Calibri"/>
              <a:sym typeface="Calibri"/>
            </a:endParaRPr>
          </a:p>
        </p:txBody>
      </p:sp>
      <p:sp>
        <p:nvSpPr>
          <p:cNvPr id="1366" name="Google Shape;1366;p38"/>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0" lvl="0" marL="0" rtl="0" algn="l">
              <a:spcBef>
                <a:spcPts val="0"/>
              </a:spcBef>
              <a:spcAft>
                <a:spcPts val="0"/>
              </a:spcAft>
              <a:buClr>
                <a:schemeClr val="dk1"/>
              </a:buClr>
              <a:buSzPts val="3600"/>
              <a:buNone/>
            </a:pPr>
            <a:r>
              <a:rPr lang="en-US"/>
              <a:t>&gt;&gt;&gt; data = [(‘Alice’, 1), (‘Bob’, 2), (‘Bob’, 2)]</a:t>
            </a:r>
            <a:endParaRPr/>
          </a:p>
          <a:p>
            <a:pPr indent="0" lvl="0" marL="0" rtl="0" algn="l">
              <a:spcBef>
                <a:spcPts val="720"/>
              </a:spcBef>
              <a:spcAft>
                <a:spcPts val="0"/>
              </a:spcAft>
              <a:buClr>
                <a:schemeClr val="dk1"/>
              </a:buClr>
              <a:buSzPts val="3600"/>
              <a:buNone/>
            </a:pPr>
            <a:r>
              <a:rPr lang="en-US"/>
              <a:t>&gt;&gt;&gt; df1 = sqlContext.createDataFrame(data, [‘name’, ‘age’])</a:t>
            </a:r>
            <a:endParaRPr/>
          </a:p>
          <a:p>
            <a:pPr indent="0" lvl="0" marL="0" rtl="0" algn="l">
              <a:spcBef>
                <a:spcPts val="720"/>
              </a:spcBef>
              <a:spcAft>
                <a:spcPts val="0"/>
              </a:spcAft>
              <a:buClr>
                <a:schemeClr val="dk1"/>
              </a:buClr>
              <a:buSzPts val="3600"/>
              <a:buNone/>
            </a:pPr>
            <a:r>
              <a:rPr i="1" lang="en-US"/>
              <a:t>[Row(name=u’Alice’, age=1), Row=(name=u’Bob’, age=2), Row=(name=u’Bob’, age=2)]</a:t>
            </a:r>
            <a:endParaRPr/>
          </a:p>
          <a:p>
            <a:pPr indent="-228520" lvl="0" marL="457120" rtl="0" algn="l">
              <a:spcBef>
                <a:spcPts val="720"/>
              </a:spcBef>
              <a:spcAft>
                <a:spcPts val="0"/>
              </a:spcAft>
              <a:buClr>
                <a:schemeClr val="dk1"/>
              </a:buClr>
              <a:buSzPts val="3600"/>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1" name="Shape 1371"/>
        <p:cNvGrpSpPr/>
        <p:nvPr/>
      </p:nvGrpSpPr>
      <p:grpSpPr>
        <a:xfrm>
          <a:off x="0" y="0"/>
          <a:ext cx="0" cy="0"/>
          <a:chOff x="0" y="0"/>
          <a:chExt cx="0" cy="0"/>
        </a:xfrm>
      </p:grpSpPr>
      <p:sp>
        <p:nvSpPr>
          <p:cNvPr id="1372" name="Google Shape;1372;p39"/>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latin typeface="Calibri"/>
                <a:ea typeface="Calibri"/>
                <a:cs typeface="Calibri"/>
                <a:sym typeface="Calibri"/>
              </a:rPr>
              <a:t>Original Mechanism</a:t>
            </a:r>
            <a:endParaRPr b="1">
              <a:solidFill>
                <a:schemeClr val="dk2"/>
              </a:solidFill>
              <a:latin typeface="Calibri"/>
              <a:ea typeface="Calibri"/>
              <a:cs typeface="Calibri"/>
              <a:sym typeface="Calibri"/>
            </a:endParaRPr>
          </a:p>
        </p:txBody>
      </p:sp>
      <p:pic>
        <p:nvPicPr>
          <p:cNvPr id="1373" name="Google Shape;1373;p39"/>
          <p:cNvPicPr preferRelativeResize="0"/>
          <p:nvPr>
            <p:ph idx="1" type="body"/>
          </p:nvPr>
        </p:nvPicPr>
        <p:blipFill rotWithShape="1">
          <a:blip r:embed="rId3">
            <a:alphaModFix/>
          </a:blip>
          <a:srcRect b="0" l="0" r="0" t="0"/>
          <a:stretch/>
        </p:blipFill>
        <p:spPr>
          <a:xfrm>
            <a:off x="609441" y="985720"/>
            <a:ext cx="11168691" cy="533888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7" name="Shape 1377"/>
        <p:cNvGrpSpPr/>
        <p:nvPr/>
      </p:nvGrpSpPr>
      <p:grpSpPr>
        <a:xfrm>
          <a:off x="0" y="0"/>
          <a:ext cx="0" cy="0"/>
          <a:chOff x="0" y="0"/>
          <a:chExt cx="0" cy="0"/>
        </a:xfrm>
      </p:grpSpPr>
      <p:sp>
        <p:nvSpPr>
          <p:cNvPr id="1378" name="Google Shape;1378;p40"/>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RDDs vs. D</a:t>
            </a:r>
            <a:r>
              <a:rPr b="1" lang="en-US">
                <a:solidFill>
                  <a:schemeClr val="dk2"/>
                </a:solidFill>
                <a:latin typeface="Calibri"/>
                <a:ea typeface="Calibri"/>
                <a:cs typeface="Calibri"/>
                <a:sym typeface="Calibri"/>
              </a:rPr>
              <a:t>Fs</a:t>
            </a:r>
            <a:endParaRPr b="1">
              <a:solidFill>
                <a:schemeClr val="dk2"/>
              </a:solidFill>
              <a:latin typeface="Calibri"/>
              <a:ea typeface="Calibri"/>
              <a:cs typeface="Calibri"/>
              <a:sym typeface="Calibri"/>
            </a:endParaRPr>
          </a:p>
        </p:txBody>
      </p:sp>
      <p:sp>
        <p:nvSpPr>
          <p:cNvPr id="1379" name="Google Shape;1379;p40"/>
          <p:cNvSpPr txBox="1"/>
          <p:nvPr>
            <p:ph idx="1" type="body"/>
          </p:nvPr>
        </p:nvSpPr>
        <p:spPr>
          <a:xfrm>
            <a:off x="457200" y="985720"/>
            <a:ext cx="11428412" cy="5567480"/>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200"/>
              <a:buChar char="•"/>
            </a:pPr>
            <a:r>
              <a:rPr lang="en-US" sz="3200"/>
              <a:t>RDDs provide a low level interface into Spark</a:t>
            </a:r>
            <a:endParaRPr/>
          </a:p>
          <a:p>
            <a:pPr indent="-457120" lvl="0" marL="457120" rtl="0" algn="l">
              <a:spcBef>
                <a:spcPts val="640"/>
              </a:spcBef>
              <a:spcAft>
                <a:spcPts val="0"/>
              </a:spcAft>
              <a:buClr>
                <a:schemeClr val="dk1"/>
              </a:buClr>
              <a:buSzPts val="3200"/>
              <a:buChar char="•"/>
            </a:pPr>
            <a:r>
              <a:rPr lang="en-US" sz="3200"/>
              <a:t>DFs have a schema</a:t>
            </a:r>
            <a:endParaRPr/>
          </a:p>
          <a:p>
            <a:pPr indent="-457120" lvl="0" marL="457120" rtl="0" algn="l">
              <a:spcBef>
                <a:spcPts val="640"/>
              </a:spcBef>
              <a:spcAft>
                <a:spcPts val="0"/>
              </a:spcAft>
              <a:buClr>
                <a:schemeClr val="dk1"/>
              </a:buClr>
              <a:buSzPts val="3200"/>
              <a:buChar char="•"/>
            </a:pPr>
            <a:r>
              <a:rPr lang="en-US" sz="3200"/>
              <a:t>DFs are cached and optimized by Spark </a:t>
            </a:r>
            <a:r>
              <a:rPr lang="en-US" sz="3200">
                <a:latin typeface="Calibri"/>
                <a:ea typeface="Calibri"/>
                <a:cs typeface="Calibri"/>
                <a:sym typeface="Calibri"/>
              </a:rPr>
              <a:t>community</a:t>
            </a:r>
            <a:endParaRPr sz="3200">
              <a:latin typeface="Calibri"/>
              <a:ea typeface="Calibri"/>
              <a:cs typeface="Calibri"/>
              <a:sym typeface="Calibri"/>
            </a:endParaRPr>
          </a:p>
          <a:p>
            <a:pPr indent="-457120" lvl="0" marL="457120" rtl="0" algn="l">
              <a:spcBef>
                <a:spcPts val="640"/>
              </a:spcBef>
              <a:spcAft>
                <a:spcPts val="0"/>
              </a:spcAft>
              <a:buClr>
                <a:schemeClr val="dk1"/>
              </a:buClr>
              <a:buSzPts val="3200"/>
              <a:buChar char="•"/>
            </a:pPr>
            <a:r>
              <a:rPr lang="en-US" sz="3200"/>
              <a:t>DFs are built on top of the RDDs and the core Spark API</a:t>
            </a:r>
            <a:endParaRPr sz="3200"/>
          </a:p>
        </p:txBody>
      </p:sp>
      <p:pic>
        <p:nvPicPr>
          <p:cNvPr descr="Screen Shot 2016-07-19 at 2.41.56 PM.png" id="1380" name="Google Shape;1380;p40"/>
          <p:cNvPicPr preferRelativeResize="0"/>
          <p:nvPr/>
        </p:nvPicPr>
        <p:blipFill rotWithShape="1">
          <a:blip r:embed="rId3">
            <a:alphaModFix/>
          </a:blip>
          <a:srcRect b="0" l="0" r="0" t="0"/>
          <a:stretch/>
        </p:blipFill>
        <p:spPr>
          <a:xfrm>
            <a:off x="2346801" y="3581400"/>
            <a:ext cx="7495221" cy="32766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5" name="Shape 1385"/>
        <p:cNvGrpSpPr/>
        <p:nvPr/>
      </p:nvGrpSpPr>
      <p:grpSpPr>
        <a:xfrm>
          <a:off x="0" y="0"/>
          <a:ext cx="0" cy="0"/>
          <a:chOff x="0" y="0"/>
          <a:chExt cx="0" cy="0"/>
        </a:xfrm>
      </p:grpSpPr>
      <p:sp>
        <p:nvSpPr>
          <p:cNvPr id="1386" name="Google Shape;1386;p41"/>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Transformations</a:t>
            </a:r>
            <a:endParaRPr/>
          </a:p>
        </p:txBody>
      </p:sp>
      <p:sp>
        <p:nvSpPr>
          <p:cNvPr id="1387" name="Google Shape;1387;p41"/>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Create new </a:t>
            </a:r>
            <a:r>
              <a:rPr i="1" lang="en-US"/>
              <a:t>DF</a:t>
            </a:r>
            <a:r>
              <a:rPr lang="en-US"/>
              <a:t> from an existing one</a:t>
            </a:r>
            <a:endParaRPr/>
          </a:p>
          <a:p>
            <a:pPr indent="-457120" lvl="0" marL="457120" rtl="0" algn="l">
              <a:spcBef>
                <a:spcPts val="720"/>
              </a:spcBef>
              <a:spcAft>
                <a:spcPts val="0"/>
              </a:spcAft>
              <a:buClr>
                <a:schemeClr val="dk1"/>
              </a:buClr>
              <a:buSzPts val="3600"/>
              <a:buChar char="•"/>
            </a:pPr>
            <a:r>
              <a:rPr lang="en-US"/>
              <a:t>Use </a:t>
            </a:r>
            <a:r>
              <a:rPr lang="en-US" u="sng"/>
              <a:t>lazy evaluation</a:t>
            </a:r>
            <a:endParaRPr/>
          </a:p>
          <a:p>
            <a:pPr indent="-380933" lvl="1" marL="990427" rtl="0" algn="l">
              <a:spcBef>
                <a:spcPts val="640"/>
              </a:spcBef>
              <a:spcAft>
                <a:spcPts val="0"/>
              </a:spcAft>
              <a:buClr>
                <a:schemeClr val="dk1"/>
              </a:buClr>
              <a:buSzPts val="3200"/>
              <a:buChar char="–"/>
            </a:pPr>
            <a:r>
              <a:rPr lang="en-US">
                <a:latin typeface="Calibri"/>
                <a:ea typeface="Calibri"/>
                <a:cs typeface="Calibri"/>
                <a:sym typeface="Calibri"/>
              </a:rPr>
              <a:t>Just recipes</a:t>
            </a:r>
            <a:endParaRPr/>
          </a:p>
          <a:p>
            <a:pPr indent="-380933" lvl="1" marL="990427" rtl="0" algn="l">
              <a:spcBef>
                <a:spcPts val="640"/>
              </a:spcBef>
              <a:spcAft>
                <a:spcPts val="0"/>
              </a:spcAft>
              <a:buClr>
                <a:schemeClr val="dk1"/>
              </a:buClr>
              <a:buSzPts val="3200"/>
              <a:buChar char="–"/>
            </a:pPr>
            <a:r>
              <a:rPr lang="en-US"/>
              <a:t>Nothing executes </a:t>
            </a:r>
            <a:endParaRPr/>
          </a:p>
          <a:p>
            <a:pPr indent="-380933" lvl="1" marL="990427" rtl="0" algn="l">
              <a:spcBef>
                <a:spcPts val="640"/>
              </a:spcBef>
              <a:spcAft>
                <a:spcPts val="0"/>
              </a:spcAft>
              <a:buClr>
                <a:schemeClr val="dk1"/>
              </a:buClr>
              <a:buSzPts val="3200"/>
              <a:buChar char="–"/>
            </a:pPr>
            <a:r>
              <a:rPr lang="en-US"/>
              <a:t>Spark saves recipe</a:t>
            </a:r>
            <a:r>
              <a:rPr lang="en-US">
                <a:latin typeface="Calibri"/>
                <a:ea typeface="Calibri"/>
                <a:cs typeface="Calibri"/>
                <a:sym typeface="Calibri"/>
              </a:rPr>
              <a:t>s</a:t>
            </a:r>
            <a:r>
              <a:rPr lang="en-US"/>
              <a:t> for transformation source	</a:t>
            </a:r>
            <a:r>
              <a:rPr lang="en-US" u="sng"/>
              <a:t>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2" name="Shape 1392"/>
        <p:cNvGrpSpPr/>
        <p:nvPr/>
      </p:nvGrpSpPr>
      <p:grpSpPr>
        <a:xfrm>
          <a:off x="0" y="0"/>
          <a:ext cx="0" cy="0"/>
          <a:chOff x="0" y="0"/>
          <a:chExt cx="0" cy="0"/>
        </a:xfrm>
      </p:grpSpPr>
      <p:sp>
        <p:nvSpPr>
          <p:cNvPr id="1393" name="Google Shape;1393;p42"/>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Some useful Transformations</a:t>
            </a:r>
            <a:endParaRPr/>
          </a:p>
        </p:txBody>
      </p:sp>
      <p:graphicFrame>
        <p:nvGraphicFramePr>
          <p:cNvPr id="1394" name="Google Shape;1394;p42"/>
          <p:cNvGraphicFramePr/>
          <p:nvPr/>
        </p:nvGraphicFramePr>
        <p:xfrm>
          <a:off x="608012" y="1138238"/>
          <a:ext cx="3000000" cy="3000000"/>
        </p:xfrm>
        <a:graphic>
          <a:graphicData uri="http://schemas.openxmlformats.org/drawingml/2006/table">
            <a:tbl>
              <a:tblPr bandRow="1" firstRow="1">
                <a:noFill/>
                <a:tableStyleId>{9563964F-672D-4FB1-9A79-4AC09D7AA3B5}</a:tableStyleId>
              </a:tblPr>
              <a:tblGrid>
                <a:gridCol w="2743200"/>
                <a:gridCol w="8228025"/>
              </a:tblGrid>
              <a:tr h="380375">
                <a:tc>
                  <a:txBody>
                    <a:bodyPr/>
                    <a:lstStyle/>
                    <a:p>
                      <a:pPr indent="0" lvl="0" marL="0" marR="0" rtl="0" algn="l">
                        <a:spcBef>
                          <a:spcPts val="0"/>
                        </a:spcBef>
                        <a:spcAft>
                          <a:spcPts val="0"/>
                        </a:spcAft>
                        <a:buNone/>
                      </a:pPr>
                      <a:r>
                        <a:rPr lang="en-US" sz="2000"/>
                        <a:t>Transformation</a:t>
                      </a:r>
                      <a:endParaRPr/>
                    </a:p>
                  </a:txBody>
                  <a:tcPr marT="37775" marB="37775" marR="91450" marL="91450"/>
                </a:tc>
                <a:tc>
                  <a:txBody>
                    <a:bodyPr/>
                    <a:lstStyle/>
                    <a:p>
                      <a:pPr indent="0" lvl="0" marL="0" marR="0" rtl="0" algn="l">
                        <a:spcBef>
                          <a:spcPts val="0"/>
                        </a:spcBef>
                        <a:spcAft>
                          <a:spcPts val="0"/>
                        </a:spcAft>
                        <a:buNone/>
                      </a:pPr>
                      <a:r>
                        <a:rPr lang="en-US" sz="2000"/>
                        <a:t>Description</a:t>
                      </a:r>
                      <a:endParaRPr/>
                    </a:p>
                  </a:txBody>
                  <a:tcPr marT="37775" marB="37775" marR="91450" marL="91450"/>
                </a:tc>
              </a:tr>
              <a:tr h="380375">
                <a:tc>
                  <a:txBody>
                    <a:bodyPr/>
                    <a:lstStyle/>
                    <a:p>
                      <a:pPr indent="0" lvl="0" marL="0" marR="0" rtl="0" algn="l">
                        <a:spcBef>
                          <a:spcPts val="0"/>
                        </a:spcBef>
                        <a:spcAft>
                          <a:spcPts val="0"/>
                        </a:spcAft>
                        <a:buNone/>
                      </a:pPr>
                      <a:r>
                        <a:rPr lang="en-US" sz="2000"/>
                        <a:t>select(*</a:t>
                      </a:r>
                      <a:r>
                        <a:rPr i="1" lang="en-US" sz="2000"/>
                        <a:t>cols</a:t>
                      </a:r>
                      <a:r>
                        <a:rPr lang="en-US" sz="2000"/>
                        <a:t>)</a:t>
                      </a:r>
                      <a:endParaRPr/>
                    </a:p>
                  </a:txBody>
                  <a:tcPr marT="37775" marB="37775" marR="91450" marL="91450"/>
                </a:tc>
                <a:tc>
                  <a:txBody>
                    <a:bodyPr/>
                    <a:lstStyle/>
                    <a:p>
                      <a:pPr indent="0" lvl="0" marL="0" marR="0" rtl="0" algn="l">
                        <a:spcBef>
                          <a:spcPts val="0"/>
                        </a:spcBef>
                        <a:spcAft>
                          <a:spcPts val="0"/>
                        </a:spcAft>
                        <a:buNone/>
                      </a:pPr>
                      <a:r>
                        <a:rPr lang="en-US" sz="2000"/>
                        <a:t>Selects columns</a:t>
                      </a:r>
                      <a:r>
                        <a:rPr lang="en-US" sz="2000"/>
                        <a:t> from this DataFrame</a:t>
                      </a:r>
                      <a:endParaRPr sz="2000"/>
                    </a:p>
                  </a:txBody>
                  <a:tcPr marT="37775" marB="37775" marR="91450" marL="91450"/>
                </a:tc>
              </a:tr>
              <a:tr h="680125">
                <a:tc>
                  <a:txBody>
                    <a:bodyPr/>
                    <a:lstStyle/>
                    <a:p>
                      <a:pPr indent="0" lvl="0" marL="0" marR="0" rtl="0" algn="l">
                        <a:spcBef>
                          <a:spcPts val="0"/>
                        </a:spcBef>
                        <a:spcAft>
                          <a:spcPts val="0"/>
                        </a:spcAft>
                        <a:buNone/>
                      </a:pPr>
                      <a:r>
                        <a:rPr lang="en-US" sz="2000"/>
                        <a:t>drop(</a:t>
                      </a:r>
                      <a:r>
                        <a:rPr i="1" lang="en-US" sz="2000"/>
                        <a:t>col</a:t>
                      </a:r>
                      <a:r>
                        <a:rPr lang="en-US" sz="2000"/>
                        <a:t>)</a:t>
                      </a:r>
                      <a:endParaRPr/>
                    </a:p>
                  </a:txBody>
                  <a:tcPr marT="37775" marB="37775" marR="91450" marL="91450"/>
                </a:tc>
                <a:tc>
                  <a:txBody>
                    <a:bodyPr/>
                    <a:lstStyle/>
                    <a:p>
                      <a:pPr indent="0" lvl="0" marL="0" marR="0" rtl="0" algn="l">
                        <a:spcBef>
                          <a:spcPts val="0"/>
                        </a:spcBef>
                        <a:spcAft>
                          <a:spcPts val="0"/>
                        </a:spcAft>
                        <a:buNone/>
                      </a:pPr>
                      <a:r>
                        <a:rPr lang="en-US" sz="2000"/>
                        <a:t>Returns a new Dataframe that drops</a:t>
                      </a:r>
                      <a:r>
                        <a:rPr lang="en-US" sz="2000"/>
                        <a:t> the specific column</a:t>
                      </a:r>
                      <a:endParaRPr sz="2000"/>
                    </a:p>
                  </a:txBody>
                  <a:tcPr marT="37775" marB="37775" marR="91450" marL="91450"/>
                </a:tc>
              </a:tr>
              <a:tr h="982425">
                <a:tc>
                  <a:txBody>
                    <a:bodyPr/>
                    <a:lstStyle/>
                    <a:p>
                      <a:pPr indent="0" lvl="0" marL="0" marR="0" rtl="0" algn="l">
                        <a:spcBef>
                          <a:spcPts val="0"/>
                        </a:spcBef>
                        <a:spcAft>
                          <a:spcPts val="0"/>
                        </a:spcAft>
                        <a:buNone/>
                      </a:pPr>
                      <a:r>
                        <a:rPr lang="en-US" sz="2000"/>
                        <a:t>filter(</a:t>
                      </a:r>
                      <a:r>
                        <a:rPr i="1" lang="en-US" sz="2000"/>
                        <a:t>func</a:t>
                      </a:r>
                      <a:r>
                        <a:rPr lang="en-US" sz="2000"/>
                        <a:t>)</a:t>
                      </a:r>
                      <a:endParaRPr/>
                    </a:p>
                  </a:txBody>
                  <a:tcPr marT="37775" marB="37775" marR="91450" marL="91450"/>
                </a:tc>
                <a:tc>
                  <a:txBody>
                    <a:bodyPr/>
                    <a:lstStyle/>
                    <a:p>
                      <a:pPr indent="0" lvl="0" marL="0" marR="0" rtl="0" algn="l">
                        <a:spcBef>
                          <a:spcPts val="0"/>
                        </a:spcBef>
                        <a:spcAft>
                          <a:spcPts val="0"/>
                        </a:spcAft>
                        <a:buNone/>
                      </a:pPr>
                      <a:r>
                        <a:rPr lang="en-US" sz="2000"/>
                        <a:t>Returns a new DataFrame formed by</a:t>
                      </a:r>
                      <a:r>
                        <a:rPr lang="en-US" sz="2000"/>
                        <a:t> selecting those rows of the source on which </a:t>
                      </a:r>
                      <a:r>
                        <a:rPr b="0" i="1" lang="en-US" sz="2000"/>
                        <a:t>func </a:t>
                      </a:r>
                      <a:r>
                        <a:rPr b="0" i="0" lang="en-US" sz="2000"/>
                        <a:t>returns true</a:t>
                      </a:r>
                      <a:endParaRPr b="0" i="0" sz="2000"/>
                    </a:p>
                  </a:txBody>
                  <a:tcPr marT="37775" marB="37775" marR="91450" marL="91450"/>
                </a:tc>
              </a:tr>
              <a:tr h="380375">
                <a:tc>
                  <a:txBody>
                    <a:bodyPr/>
                    <a:lstStyle/>
                    <a:p>
                      <a:pPr indent="0" lvl="0" marL="0" marR="0" rtl="0" algn="l">
                        <a:spcBef>
                          <a:spcPts val="0"/>
                        </a:spcBef>
                        <a:spcAft>
                          <a:spcPts val="0"/>
                        </a:spcAft>
                        <a:buNone/>
                      </a:pPr>
                      <a:r>
                        <a:rPr lang="en-US" sz="2000"/>
                        <a:t>where(</a:t>
                      </a:r>
                      <a:r>
                        <a:rPr i="1" lang="en-US" sz="2000"/>
                        <a:t>func</a:t>
                      </a:r>
                      <a:r>
                        <a:rPr lang="en-US" sz="2000"/>
                        <a:t>)</a:t>
                      </a:r>
                      <a:endParaRPr/>
                    </a:p>
                  </a:txBody>
                  <a:tcPr marT="37775" marB="37775" marR="91450" marL="91450"/>
                </a:tc>
                <a:tc>
                  <a:txBody>
                    <a:bodyPr/>
                    <a:lstStyle/>
                    <a:p>
                      <a:pPr indent="0" lvl="0" marL="0" marR="0" rtl="0" algn="l">
                        <a:spcBef>
                          <a:spcPts val="0"/>
                        </a:spcBef>
                        <a:spcAft>
                          <a:spcPts val="0"/>
                        </a:spcAft>
                        <a:buNone/>
                      </a:pPr>
                      <a:r>
                        <a:rPr lang="en-US" sz="2000"/>
                        <a:t>Where</a:t>
                      </a:r>
                      <a:r>
                        <a:rPr lang="en-US" sz="2000"/>
                        <a:t> is an alias for filter</a:t>
                      </a:r>
                      <a:endParaRPr sz="2000"/>
                    </a:p>
                  </a:txBody>
                  <a:tcPr marT="37775" marB="37775" marR="91450" marL="91450"/>
                </a:tc>
              </a:tr>
              <a:tr h="982425">
                <a:tc>
                  <a:txBody>
                    <a:bodyPr/>
                    <a:lstStyle/>
                    <a:p>
                      <a:pPr indent="0" lvl="0" marL="0" marR="0" rtl="0" algn="l">
                        <a:spcBef>
                          <a:spcPts val="0"/>
                        </a:spcBef>
                        <a:spcAft>
                          <a:spcPts val="0"/>
                        </a:spcAft>
                        <a:buNone/>
                      </a:pPr>
                      <a:r>
                        <a:rPr lang="en-US" sz="2000"/>
                        <a:t>distinct()</a:t>
                      </a:r>
                      <a:r>
                        <a:rPr lang="en-US" sz="2000"/>
                        <a:t> </a:t>
                      </a:r>
                      <a:endParaRPr sz="2000"/>
                    </a:p>
                  </a:txBody>
                  <a:tcPr marT="37775" marB="37775" marR="91450" marL="91450"/>
                </a:tc>
                <a:tc>
                  <a:txBody>
                    <a:bodyPr/>
                    <a:lstStyle/>
                    <a:p>
                      <a:pPr indent="0" lvl="0" marL="0" marR="0" rtl="0" algn="l">
                        <a:spcBef>
                          <a:spcPts val="0"/>
                        </a:spcBef>
                        <a:spcAft>
                          <a:spcPts val="0"/>
                        </a:spcAft>
                        <a:buNone/>
                      </a:pPr>
                      <a:r>
                        <a:rPr lang="en-US" sz="2000"/>
                        <a:t>Returns a new DataFrame</a:t>
                      </a:r>
                      <a:r>
                        <a:rPr lang="en-US" sz="2000"/>
                        <a:t> that contains the distinct rows of the source DataFrame</a:t>
                      </a:r>
                      <a:endParaRPr sz="2000"/>
                    </a:p>
                  </a:txBody>
                  <a:tcPr marT="37775" marB="37775" marR="91450" marL="91450"/>
                </a:tc>
              </a:tr>
              <a:tr h="982425">
                <a:tc>
                  <a:txBody>
                    <a:bodyPr/>
                    <a:lstStyle/>
                    <a:p>
                      <a:pPr indent="0" lvl="0" marL="0" marR="0" rtl="0" algn="l">
                        <a:spcBef>
                          <a:spcPts val="0"/>
                        </a:spcBef>
                        <a:spcAft>
                          <a:spcPts val="0"/>
                        </a:spcAft>
                        <a:buNone/>
                      </a:pPr>
                      <a:r>
                        <a:rPr lang="en-US" sz="2000"/>
                        <a:t>sort(</a:t>
                      </a:r>
                      <a:r>
                        <a:rPr i="1" lang="en-US" sz="2000"/>
                        <a:t>*cols, **kw</a:t>
                      </a:r>
                      <a:r>
                        <a:rPr lang="en-US" sz="2000"/>
                        <a:t>)</a:t>
                      </a:r>
                      <a:endParaRPr/>
                    </a:p>
                  </a:txBody>
                  <a:tcPr marT="37775" marB="37775" marR="91450" marL="91450"/>
                </a:tc>
                <a:tc>
                  <a:txBody>
                    <a:bodyPr/>
                    <a:lstStyle/>
                    <a:p>
                      <a:pPr indent="0" lvl="0" marL="0" marR="0" rtl="0" algn="l">
                        <a:spcBef>
                          <a:spcPts val="0"/>
                        </a:spcBef>
                        <a:spcAft>
                          <a:spcPts val="0"/>
                        </a:spcAft>
                        <a:buNone/>
                      </a:pPr>
                      <a:r>
                        <a:rPr lang="en-US" sz="2000"/>
                        <a:t>Returns a new DataFrame sorted by the specified columns and</a:t>
                      </a:r>
                      <a:r>
                        <a:rPr lang="en-US" sz="2000"/>
                        <a:t> in the sort order specified by </a:t>
                      </a:r>
                      <a:r>
                        <a:rPr i="1" lang="en-US" sz="2000"/>
                        <a:t>kw</a:t>
                      </a:r>
                      <a:r>
                        <a:rPr lang="en-US" sz="2000"/>
                        <a:t> </a:t>
                      </a:r>
                      <a:endParaRPr/>
                    </a:p>
                  </a:txBody>
                  <a:tcPr marT="37775" marB="37775" marR="91450" marL="91450"/>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9" name="Shape 1399"/>
        <p:cNvGrpSpPr/>
        <p:nvPr/>
      </p:nvGrpSpPr>
      <p:grpSpPr>
        <a:xfrm>
          <a:off x="0" y="0"/>
          <a:ext cx="0" cy="0"/>
          <a:chOff x="0" y="0"/>
          <a:chExt cx="0" cy="0"/>
        </a:xfrm>
      </p:grpSpPr>
      <p:sp>
        <p:nvSpPr>
          <p:cNvPr id="1400" name="Google Shape;1400;p43"/>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Using Transformations</a:t>
            </a:r>
            <a:endParaRPr/>
          </a:p>
        </p:txBody>
      </p:sp>
      <p:sp>
        <p:nvSpPr>
          <p:cNvPr id="1401" name="Google Shape;1401;p43"/>
          <p:cNvSpPr txBox="1"/>
          <p:nvPr>
            <p:ph idx="1" type="body"/>
          </p:nvPr>
        </p:nvSpPr>
        <p:spPr>
          <a:xfrm>
            <a:off x="609441" y="985725"/>
            <a:ext cx="10969800" cy="4987800"/>
          </a:xfrm>
          <a:prstGeom prst="rect">
            <a:avLst/>
          </a:prstGeom>
          <a:noFill/>
          <a:ln>
            <a:noFill/>
          </a:ln>
        </p:spPr>
        <p:txBody>
          <a:bodyPr anchorCtr="0" anchor="t" bIns="60925" lIns="121875" spcFirstLastPara="1" rIns="121875" wrap="square" tIns="60925">
            <a:normAutofit/>
          </a:bodyPr>
          <a:lstStyle/>
          <a:p>
            <a:pPr indent="0" lvl="0" marL="0" rtl="0" algn="l">
              <a:spcBef>
                <a:spcPts val="0"/>
              </a:spcBef>
              <a:spcAft>
                <a:spcPts val="0"/>
              </a:spcAft>
              <a:buClr>
                <a:schemeClr val="dk1"/>
              </a:buClr>
              <a:buSzPts val="3600"/>
              <a:buNone/>
            </a:pPr>
            <a:r>
              <a:rPr lang="en-US"/>
              <a:t>&gt;&gt;&gt; data = [(‘Alice’, 1), (‘Bob’, 2), (‘Bob’, 2)]</a:t>
            </a:r>
            <a:endParaRPr/>
          </a:p>
          <a:p>
            <a:pPr indent="0" lvl="0" marL="0" rtl="0" algn="l">
              <a:spcBef>
                <a:spcPts val="720"/>
              </a:spcBef>
              <a:spcAft>
                <a:spcPts val="0"/>
              </a:spcAft>
              <a:buClr>
                <a:schemeClr val="dk1"/>
              </a:buClr>
              <a:buSzPts val="3600"/>
              <a:buNone/>
            </a:pPr>
            <a:r>
              <a:rPr lang="en-US"/>
              <a:t>&gt;&gt;&gt; df1 = sqlContext.createDataFrame(data, [‘name’, ‘age’])</a:t>
            </a:r>
            <a:endParaRPr/>
          </a:p>
          <a:p>
            <a:pPr indent="0" lvl="0" marL="0" rtl="0" algn="l">
              <a:spcBef>
                <a:spcPts val="720"/>
              </a:spcBef>
              <a:spcAft>
                <a:spcPts val="0"/>
              </a:spcAft>
              <a:buClr>
                <a:schemeClr val="dk1"/>
              </a:buClr>
              <a:buSzPts val="3600"/>
              <a:buNone/>
            </a:pPr>
            <a:r>
              <a:rPr lang="en-US"/>
              <a:t>&gt;&gt;&gt; df2 = df1.distinct()</a:t>
            </a:r>
            <a:endParaRPr/>
          </a:p>
          <a:p>
            <a:pPr indent="0" lvl="0" marL="0" rtl="0" algn="l">
              <a:spcBef>
                <a:spcPts val="720"/>
              </a:spcBef>
              <a:spcAft>
                <a:spcPts val="0"/>
              </a:spcAft>
              <a:buClr>
                <a:schemeClr val="dk1"/>
              </a:buClr>
              <a:buSzPts val="3600"/>
              <a:buNone/>
            </a:pPr>
            <a:r>
              <a:rPr i="1" lang="en-US"/>
              <a:t>[Row(name=u’Alice’, age=1), Row=(name=u’Bob’, age=2)]</a:t>
            </a:r>
            <a:endParaRPr/>
          </a:p>
          <a:p>
            <a:pPr indent="0" lvl="0" marL="0" rtl="0" algn="l">
              <a:spcBef>
                <a:spcPts val="720"/>
              </a:spcBef>
              <a:spcAft>
                <a:spcPts val="0"/>
              </a:spcAft>
              <a:buClr>
                <a:schemeClr val="dk1"/>
              </a:buClr>
              <a:buSzPts val="3600"/>
              <a:buNone/>
            </a:pPr>
            <a:r>
              <a:rPr lang="en-US"/>
              <a:t>&gt;&gt;&gt; df3 = df2.sort(“age”, asceding=False)</a:t>
            </a:r>
            <a:endParaRPr/>
          </a:p>
          <a:p>
            <a:pPr indent="0" lvl="0" marL="0" rtl="0" algn="l">
              <a:spcBef>
                <a:spcPts val="720"/>
              </a:spcBef>
              <a:spcAft>
                <a:spcPts val="0"/>
              </a:spcAft>
              <a:buClr>
                <a:schemeClr val="dk1"/>
              </a:buClr>
              <a:buSzPts val="3600"/>
              <a:buNone/>
            </a:pPr>
            <a:r>
              <a:rPr i="1" lang="en-US"/>
              <a:t>[Row=(name=u’Bob’, age=2), Row(name=u’Alice’, age=1)]</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6" name="Shape 1406"/>
        <p:cNvGrpSpPr/>
        <p:nvPr/>
      </p:nvGrpSpPr>
      <p:grpSpPr>
        <a:xfrm>
          <a:off x="0" y="0"/>
          <a:ext cx="0" cy="0"/>
          <a:chOff x="0" y="0"/>
          <a:chExt cx="0" cy="0"/>
        </a:xfrm>
      </p:grpSpPr>
      <p:sp>
        <p:nvSpPr>
          <p:cNvPr id="1407" name="Google Shape;1407;p44"/>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Actions</a:t>
            </a:r>
            <a:endParaRPr/>
          </a:p>
        </p:txBody>
      </p:sp>
      <p:sp>
        <p:nvSpPr>
          <p:cNvPr id="1408" name="Google Shape;1408;p44"/>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Cause Spark to execute recipe to transform source</a:t>
            </a:r>
            <a:endParaRPr/>
          </a:p>
          <a:p>
            <a:pPr indent="-457120" lvl="0" marL="457120" rtl="0" algn="l">
              <a:spcBef>
                <a:spcPts val="720"/>
              </a:spcBef>
              <a:spcAft>
                <a:spcPts val="0"/>
              </a:spcAft>
              <a:buClr>
                <a:schemeClr val="dk1"/>
              </a:buClr>
              <a:buSzPts val="3600"/>
              <a:buChar char="•"/>
            </a:pPr>
            <a:r>
              <a:rPr lang="en-US"/>
              <a:t>Mechanisms for getting results out of Spark</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2" name="Shape 1412"/>
        <p:cNvGrpSpPr/>
        <p:nvPr/>
      </p:nvGrpSpPr>
      <p:grpSpPr>
        <a:xfrm>
          <a:off x="0" y="0"/>
          <a:ext cx="0" cy="0"/>
          <a:chOff x="0" y="0"/>
          <a:chExt cx="0" cy="0"/>
        </a:xfrm>
      </p:grpSpPr>
      <p:sp>
        <p:nvSpPr>
          <p:cNvPr id="1413" name="Google Shape;1413;p45"/>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Some useful Actions</a:t>
            </a:r>
            <a:endParaRPr/>
          </a:p>
        </p:txBody>
      </p:sp>
      <p:graphicFrame>
        <p:nvGraphicFramePr>
          <p:cNvPr id="1414" name="Google Shape;1414;p45"/>
          <p:cNvGraphicFramePr/>
          <p:nvPr/>
        </p:nvGraphicFramePr>
        <p:xfrm>
          <a:off x="609600" y="1138238"/>
          <a:ext cx="3000000" cy="3000000"/>
        </p:xfrm>
        <a:graphic>
          <a:graphicData uri="http://schemas.openxmlformats.org/drawingml/2006/table">
            <a:tbl>
              <a:tblPr bandRow="1" firstRow="1">
                <a:noFill/>
                <a:tableStyleId>{9563964F-672D-4FB1-9A79-4AC09D7AA3B5}</a:tableStyleId>
              </a:tblPr>
              <a:tblGrid>
                <a:gridCol w="2741600"/>
                <a:gridCol w="8228025"/>
              </a:tblGrid>
              <a:tr h="457200">
                <a:tc>
                  <a:txBody>
                    <a:bodyPr/>
                    <a:lstStyle/>
                    <a:p>
                      <a:pPr indent="0" lvl="0" marL="0" marR="0" rtl="0" algn="l">
                        <a:spcBef>
                          <a:spcPts val="0"/>
                        </a:spcBef>
                        <a:spcAft>
                          <a:spcPts val="0"/>
                        </a:spcAft>
                        <a:buNone/>
                      </a:pPr>
                      <a:r>
                        <a:rPr lang="en-US" sz="2400"/>
                        <a:t>Action</a:t>
                      </a:r>
                      <a:endParaRPr/>
                    </a:p>
                  </a:txBody>
                  <a:tcPr marT="45725" marB="45725" marR="91450" marL="91450"/>
                </a:tc>
                <a:tc>
                  <a:txBody>
                    <a:bodyPr/>
                    <a:lstStyle/>
                    <a:p>
                      <a:pPr indent="0" lvl="0" marL="0" marR="0" rtl="0" algn="l">
                        <a:spcBef>
                          <a:spcPts val="0"/>
                        </a:spcBef>
                        <a:spcAft>
                          <a:spcPts val="0"/>
                        </a:spcAft>
                        <a:buNone/>
                      </a:pPr>
                      <a:r>
                        <a:rPr lang="en-US" sz="2400"/>
                        <a:t>Description</a:t>
                      </a:r>
                      <a:endParaRPr/>
                    </a:p>
                  </a:txBody>
                  <a:tcPr marT="45725" marB="45725" marR="91450" marL="91450"/>
                </a:tc>
              </a:tr>
              <a:tr h="457200">
                <a:tc>
                  <a:txBody>
                    <a:bodyPr/>
                    <a:lstStyle/>
                    <a:p>
                      <a:pPr indent="0" lvl="0" marL="0" marR="0" rtl="0" algn="l">
                        <a:spcBef>
                          <a:spcPts val="0"/>
                        </a:spcBef>
                        <a:spcAft>
                          <a:spcPts val="0"/>
                        </a:spcAft>
                        <a:buNone/>
                      </a:pPr>
                      <a:r>
                        <a:rPr lang="en-US" sz="2400"/>
                        <a:t>show</a:t>
                      </a:r>
                      <a:r>
                        <a:rPr lang="en-US" sz="2400"/>
                        <a:t>(</a:t>
                      </a:r>
                      <a:r>
                        <a:rPr i="1" lang="en-US" sz="2400"/>
                        <a:t>n, truncate</a:t>
                      </a:r>
                      <a:r>
                        <a:rPr lang="en-US" sz="2400"/>
                        <a:t>)</a:t>
                      </a:r>
                      <a:endParaRPr sz="2400"/>
                    </a:p>
                  </a:txBody>
                  <a:tcPr marT="45725" marB="45725" marR="91450" marL="91450"/>
                </a:tc>
                <a:tc>
                  <a:txBody>
                    <a:bodyPr/>
                    <a:lstStyle/>
                    <a:p>
                      <a:pPr indent="0" lvl="0" marL="0" marR="0" rtl="0" algn="l">
                        <a:spcBef>
                          <a:spcPts val="0"/>
                        </a:spcBef>
                        <a:spcAft>
                          <a:spcPts val="0"/>
                        </a:spcAft>
                        <a:buNone/>
                      </a:pPr>
                      <a:r>
                        <a:rPr lang="en-US" sz="2400"/>
                        <a:t>Prints the first n rows of this DataFrame</a:t>
                      </a:r>
                      <a:endParaRPr sz="2400"/>
                    </a:p>
                  </a:txBody>
                  <a:tcPr marT="45725" marB="45725" marR="91450" marL="91450"/>
                </a:tc>
              </a:tr>
              <a:tr h="457200">
                <a:tc>
                  <a:txBody>
                    <a:bodyPr/>
                    <a:lstStyle/>
                    <a:p>
                      <a:pPr indent="0" lvl="0" marL="0" marR="0" rtl="0" algn="l">
                        <a:spcBef>
                          <a:spcPts val="0"/>
                        </a:spcBef>
                        <a:spcAft>
                          <a:spcPts val="0"/>
                        </a:spcAft>
                        <a:buNone/>
                      </a:pPr>
                      <a:r>
                        <a:rPr lang="en-US" sz="2400"/>
                        <a:t>take(</a:t>
                      </a:r>
                      <a:r>
                        <a:rPr i="1" lang="en-US" sz="2400"/>
                        <a:t>n</a:t>
                      </a:r>
                      <a:r>
                        <a:rPr lang="en-US" sz="2400"/>
                        <a:t>)</a:t>
                      </a:r>
                      <a:endParaRPr/>
                    </a:p>
                  </a:txBody>
                  <a:tcPr marT="45725" marB="45725" marR="91450" marL="91450"/>
                </a:tc>
                <a:tc>
                  <a:txBody>
                    <a:bodyPr/>
                    <a:lstStyle/>
                    <a:p>
                      <a:pPr indent="0" lvl="0" marL="0" marR="0" rtl="0" algn="l">
                        <a:spcBef>
                          <a:spcPts val="0"/>
                        </a:spcBef>
                        <a:spcAft>
                          <a:spcPts val="0"/>
                        </a:spcAft>
                        <a:buNone/>
                      </a:pPr>
                      <a:r>
                        <a:rPr lang="en-US" sz="2400"/>
                        <a:t>Returns the first n row</a:t>
                      </a:r>
                      <a:r>
                        <a:rPr lang="en-US" sz="2400"/>
                        <a:t>s as a list of Row</a:t>
                      </a:r>
                      <a:endParaRPr sz="2400"/>
                    </a:p>
                  </a:txBody>
                  <a:tcPr marT="45725" marB="45725" marR="91450" marL="91450"/>
                </a:tc>
              </a:tr>
              <a:tr h="457200">
                <a:tc>
                  <a:txBody>
                    <a:bodyPr/>
                    <a:lstStyle/>
                    <a:p>
                      <a:pPr indent="0" lvl="0" marL="0" marR="0" rtl="0" algn="l">
                        <a:spcBef>
                          <a:spcPts val="0"/>
                        </a:spcBef>
                        <a:spcAft>
                          <a:spcPts val="0"/>
                        </a:spcAft>
                        <a:buNone/>
                      </a:pPr>
                      <a:r>
                        <a:rPr lang="en-US" sz="2400"/>
                        <a:t>collect()</a:t>
                      </a:r>
                      <a:endParaRPr/>
                    </a:p>
                  </a:txBody>
                  <a:tcPr marT="45725" marB="45725" marR="91450" marL="91450"/>
                </a:tc>
                <a:tc>
                  <a:txBody>
                    <a:bodyPr/>
                    <a:lstStyle/>
                    <a:p>
                      <a:pPr indent="0" lvl="0" marL="0" marR="0" rtl="0" algn="l">
                        <a:spcBef>
                          <a:spcPts val="0"/>
                        </a:spcBef>
                        <a:spcAft>
                          <a:spcPts val="0"/>
                        </a:spcAft>
                        <a:buNone/>
                      </a:pPr>
                      <a:r>
                        <a:rPr lang="en-US" sz="2400"/>
                        <a:t>Returns all the records as a list</a:t>
                      </a:r>
                      <a:r>
                        <a:rPr lang="en-US" sz="2400"/>
                        <a:t> of Row (*)</a:t>
                      </a:r>
                      <a:endParaRPr sz="2400"/>
                    </a:p>
                  </a:txBody>
                  <a:tcPr marT="45725" marB="45725" marR="91450" marL="91450"/>
                </a:tc>
              </a:tr>
              <a:tr h="822950">
                <a:tc>
                  <a:txBody>
                    <a:bodyPr/>
                    <a:lstStyle/>
                    <a:p>
                      <a:pPr indent="0" lvl="0" marL="0" marR="0" rtl="0" algn="l">
                        <a:spcBef>
                          <a:spcPts val="0"/>
                        </a:spcBef>
                        <a:spcAft>
                          <a:spcPts val="0"/>
                        </a:spcAft>
                        <a:buNone/>
                      </a:pPr>
                      <a:r>
                        <a:rPr lang="en-US" sz="2400"/>
                        <a:t>count()</a:t>
                      </a:r>
                      <a:endParaRPr/>
                    </a:p>
                  </a:txBody>
                  <a:tcPr marT="45725" marB="45725" marR="91450" marL="91450"/>
                </a:tc>
                <a:tc>
                  <a:txBody>
                    <a:bodyPr/>
                    <a:lstStyle/>
                    <a:p>
                      <a:pPr indent="0" lvl="0" marL="0" marR="0" rtl="0" algn="l">
                        <a:spcBef>
                          <a:spcPts val="0"/>
                        </a:spcBef>
                        <a:spcAft>
                          <a:spcPts val="0"/>
                        </a:spcAft>
                        <a:buNone/>
                      </a:pPr>
                      <a:r>
                        <a:rPr lang="en-US" sz="2400"/>
                        <a:t>Returns  the number of rows in this DataFrame</a:t>
                      </a:r>
                      <a:endParaRPr sz="2400"/>
                    </a:p>
                  </a:txBody>
                  <a:tcPr marT="45725" marB="45725" marR="91450" marL="91450"/>
                </a:tc>
              </a:tr>
              <a:tr h="1188725">
                <a:tc>
                  <a:txBody>
                    <a:bodyPr/>
                    <a:lstStyle/>
                    <a:p>
                      <a:pPr indent="0" lvl="0" marL="0" marR="0" rtl="0" algn="l">
                        <a:spcBef>
                          <a:spcPts val="0"/>
                        </a:spcBef>
                        <a:spcAft>
                          <a:spcPts val="0"/>
                        </a:spcAft>
                        <a:buNone/>
                      </a:pPr>
                      <a:r>
                        <a:rPr lang="en-US" sz="2400"/>
                        <a:t>describe(</a:t>
                      </a:r>
                      <a:r>
                        <a:rPr i="1" lang="en-US" sz="2400"/>
                        <a:t>*cols</a:t>
                      </a:r>
                      <a:r>
                        <a:rPr lang="en-US" sz="2400"/>
                        <a:t>)</a:t>
                      </a:r>
                      <a:r>
                        <a:rPr lang="en-US" sz="2400"/>
                        <a:t> </a:t>
                      </a:r>
                      <a:endParaRPr sz="2400"/>
                    </a:p>
                  </a:txBody>
                  <a:tcPr marT="45725" marB="45725" marR="91450" marL="91450"/>
                </a:tc>
                <a:tc>
                  <a:txBody>
                    <a:bodyPr/>
                    <a:lstStyle/>
                    <a:p>
                      <a:pPr indent="0" lvl="0" marL="0" marR="0" rtl="0" algn="l">
                        <a:spcBef>
                          <a:spcPts val="0"/>
                        </a:spcBef>
                        <a:spcAft>
                          <a:spcPts val="0"/>
                        </a:spcAft>
                        <a:buNone/>
                      </a:pPr>
                      <a:r>
                        <a:rPr lang="en-US" sz="2400"/>
                        <a:t>Exploratory</a:t>
                      </a:r>
                      <a:r>
                        <a:rPr lang="en-US" sz="2400"/>
                        <a:t> Data Analysis function that computes statistics (count, mean, stddev, min, max) for numeric columns</a:t>
                      </a:r>
                      <a:endParaRPr sz="2400"/>
                    </a:p>
                  </a:txBody>
                  <a:tcPr marT="45725" marB="45725" marR="91450" marL="91450"/>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8" name="Shape 1418"/>
        <p:cNvGrpSpPr/>
        <p:nvPr/>
      </p:nvGrpSpPr>
      <p:grpSpPr>
        <a:xfrm>
          <a:off x="0" y="0"/>
          <a:ext cx="0" cy="0"/>
          <a:chOff x="0" y="0"/>
          <a:chExt cx="0" cy="0"/>
        </a:xfrm>
      </p:grpSpPr>
      <p:sp>
        <p:nvSpPr>
          <p:cNvPr id="1419" name="Google Shape;1419;p46"/>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Using Actions: </a:t>
            </a:r>
            <a:r>
              <a:rPr b="1" lang="en-US">
                <a:solidFill>
                  <a:schemeClr val="dk2"/>
                </a:solidFill>
                <a:latin typeface="Calibri"/>
                <a:ea typeface="Calibri"/>
                <a:cs typeface="Calibri"/>
                <a:sym typeface="Calibri"/>
              </a:rPr>
              <a:t>an example in pyspark</a:t>
            </a:r>
            <a:endParaRPr b="1">
              <a:solidFill>
                <a:schemeClr val="dk2"/>
              </a:solidFill>
              <a:latin typeface="Calibri"/>
              <a:ea typeface="Calibri"/>
              <a:cs typeface="Calibri"/>
              <a:sym typeface="Calibri"/>
            </a:endParaRPr>
          </a:p>
        </p:txBody>
      </p:sp>
      <p:sp>
        <p:nvSpPr>
          <p:cNvPr id="1420" name="Google Shape;1420;p46"/>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0" lvl="0" marL="0" rtl="0" algn="l">
              <a:lnSpc>
                <a:spcPct val="80000"/>
              </a:lnSpc>
              <a:spcBef>
                <a:spcPts val="0"/>
              </a:spcBef>
              <a:spcAft>
                <a:spcPts val="0"/>
              </a:spcAft>
              <a:buClr>
                <a:schemeClr val="dk1"/>
              </a:buClr>
              <a:buSzPts val="2250"/>
              <a:buNone/>
            </a:pPr>
            <a:r>
              <a:rPr lang="en-US" sz="2250"/>
              <a:t>&gt;&gt;&gt; data = [(‘Alice’, 1), (‘Bob’, 2)]</a:t>
            </a:r>
            <a:endParaRPr/>
          </a:p>
          <a:p>
            <a:pPr indent="0" lvl="0" marL="0" rtl="0" algn="l">
              <a:lnSpc>
                <a:spcPct val="80000"/>
              </a:lnSpc>
              <a:spcBef>
                <a:spcPts val="450"/>
              </a:spcBef>
              <a:spcAft>
                <a:spcPts val="0"/>
              </a:spcAft>
              <a:buClr>
                <a:schemeClr val="dk1"/>
              </a:buClr>
              <a:buSzPts val="2250"/>
              <a:buNone/>
            </a:pPr>
            <a:r>
              <a:rPr lang="en-US" sz="2250"/>
              <a:t>&gt;&gt;&gt; df = sqlContext.createDataFrame(data, [‘name’, ‘age’])</a:t>
            </a:r>
            <a:endParaRPr/>
          </a:p>
          <a:p>
            <a:pPr indent="0" lvl="0" marL="0" rtl="0" algn="l">
              <a:lnSpc>
                <a:spcPct val="80000"/>
              </a:lnSpc>
              <a:spcBef>
                <a:spcPts val="450"/>
              </a:spcBef>
              <a:spcAft>
                <a:spcPts val="0"/>
              </a:spcAft>
              <a:buClr>
                <a:schemeClr val="dk1"/>
              </a:buClr>
              <a:buSzPts val="2250"/>
              <a:buNone/>
            </a:pPr>
            <a:r>
              <a:rPr lang="en-US" sz="2250"/>
              <a:t>&gt;&gt;&gt; df.collect()</a:t>
            </a:r>
            <a:endParaRPr/>
          </a:p>
          <a:p>
            <a:pPr indent="0" lvl="0" marL="0" rtl="0" algn="l">
              <a:lnSpc>
                <a:spcPct val="80000"/>
              </a:lnSpc>
              <a:spcBef>
                <a:spcPts val="450"/>
              </a:spcBef>
              <a:spcAft>
                <a:spcPts val="0"/>
              </a:spcAft>
              <a:buClr>
                <a:schemeClr val="dk1"/>
              </a:buClr>
              <a:buSzPts val="2250"/>
              <a:buNone/>
            </a:pPr>
            <a:r>
              <a:rPr i="1" lang="en-US" sz="2250"/>
              <a:t>[Row(name=u’Alice’, age=1), Row=(name=u’Bob’, age=2)]</a:t>
            </a:r>
            <a:endParaRPr/>
          </a:p>
          <a:p>
            <a:pPr indent="0" lvl="0" marL="0" rtl="0" algn="l">
              <a:lnSpc>
                <a:spcPct val="80000"/>
              </a:lnSpc>
              <a:spcBef>
                <a:spcPts val="450"/>
              </a:spcBef>
              <a:spcAft>
                <a:spcPts val="0"/>
              </a:spcAft>
              <a:buClr>
                <a:schemeClr val="dk1"/>
              </a:buClr>
              <a:buSzPts val="2250"/>
              <a:buNone/>
            </a:pPr>
            <a:r>
              <a:rPr lang="en-US" sz="2250"/>
              <a:t>&gt;&gt;&gt; df.count()</a:t>
            </a:r>
            <a:endParaRPr/>
          </a:p>
          <a:p>
            <a:pPr indent="0" lvl="0" marL="0" rtl="0" algn="l">
              <a:lnSpc>
                <a:spcPct val="80000"/>
              </a:lnSpc>
              <a:spcBef>
                <a:spcPts val="450"/>
              </a:spcBef>
              <a:spcAft>
                <a:spcPts val="0"/>
              </a:spcAft>
              <a:buClr>
                <a:schemeClr val="dk1"/>
              </a:buClr>
              <a:buSzPts val="2250"/>
              <a:buNone/>
            </a:pPr>
            <a:r>
              <a:rPr i="1" lang="en-US" sz="2250"/>
              <a:t>2</a:t>
            </a:r>
            <a:endParaRPr/>
          </a:p>
          <a:p>
            <a:pPr indent="0" lvl="0" marL="0" rtl="0" algn="l">
              <a:lnSpc>
                <a:spcPct val="80000"/>
              </a:lnSpc>
              <a:spcBef>
                <a:spcPts val="450"/>
              </a:spcBef>
              <a:spcAft>
                <a:spcPts val="0"/>
              </a:spcAft>
              <a:buClr>
                <a:schemeClr val="dk1"/>
              </a:buClr>
              <a:buSzPts val="2250"/>
              <a:buNone/>
            </a:pPr>
            <a:r>
              <a:rPr lang="en-US" sz="2250"/>
              <a:t>&gt;&gt;&gt; df.show()</a:t>
            </a:r>
            <a:endParaRPr/>
          </a:p>
          <a:p>
            <a:pPr indent="0" lvl="0" marL="0" rtl="0" algn="l">
              <a:lnSpc>
                <a:spcPct val="80000"/>
              </a:lnSpc>
              <a:spcBef>
                <a:spcPts val="450"/>
              </a:spcBef>
              <a:spcAft>
                <a:spcPts val="0"/>
              </a:spcAft>
              <a:buClr>
                <a:schemeClr val="dk1"/>
              </a:buClr>
              <a:buSzPts val="2250"/>
              <a:buNone/>
            </a:pPr>
            <a:r>
              <a:rPr i="1" lang="en-US" sz="2250"/>
              <a:t>+-------+--------+</a:t>
            </a:r>
            <a:endParaRPr/>
          </a:p>
          <a:p>
            <a:pPr indent="0" lvl="0" marL="0" rtl="0" algn="l">
              <a:lnSpc>
                <a:spcPct val="80000"/>
              </a:lnSpc>
              <a:spcBef>
                <a:spcPts val="450"/>
              </a:spcBef>
              <a:spcAft>
                <a:spcPts val="0"/>
              </a:spcAft>
              <a:buClr>
                <a:schemeClr val="dk1"/>
              </a:buClr>
              <a:buSzPts val="2250"/>
              <a:buNone/>
            </a:pPr>
            <a:r>
              <a:rPr i="1" lang="en-US" sz="2250"/>
              <a:t>|name|  age |</a:t>
            </a:r>
            <a:endParaRPr/>
          </a:p>
          <a:p>
            <a:pPr indent="0" lvl="0" marL="0" rtl="0" algn="l">
              <a:lnSpc>
                <a:spcPct val="80000"/>
              </a:lnSpc>
              <a:spcBef>
                <a:spcPts val="450"/>
              </a:spcBef>
              <a:spcAft>
                <a:spcPts val="0"/>
              </a:spcAft>
              <a:buClr>
                <a:schemeClr val="dk1"/>
              </a:buClr>
              <a:buSzPts val="2250"/>
              <a:buNone/>
            </a:pPr>
            <a:r>
              <a:rPr i="1" lang="en-US" sz="2250"/>
              <a:t>+-------+-------+</a:t>
            </a:r>
            <a:endParaRPr/>
          </a:p>
          <a:p>
            <a:pPr indent="0" lvl="0" marL="0" rtl="0" algn="l">
              <a:lnSpc>
                <a:spcPct val="80000"/>
              </a:lnSpc>
              <a:spcBef>
                <a:spcPts val="450"/>
              </a:spcBef>
              <a:spcAft>
                <a:spcPts val="0"/>
              </a:spcAft>
              <a:buClr>
                <a:schemeClr val="dk1"/>
              </a:buClr>
              <a:buSzPts val="2250"/>
              <a:buNone/>
            </a:pPr>
            <a:r>
              <a:rPr i="1" lang="en-US" sz="2250"/>
              <a:t>|Alice|        1|</a:t>
            </a:r>
            <a:endParaRPr/>
          </a:p>
          <a:p>
            <a:pPr indent="0" lvl="0" marL="0" rtl="0" algn="l">
              <a:lnSpc>
                <a:spcPct val="80000"/>
              </a:lnSpc>
              <a:spcBef>
                <a:spcPts val="450"/>
              </a:spcBef>
              <a:spcAft>
                <a:spcPts val="0"/>
              </a:spcAft>
              <a:buClr>
                <a:schemeClr val="dk1"/>
              </a:buClr>
              <a:buSzPts val="2250"/>
              <a:buNone/>
            </a:pPr>
            <a:r>
              <a:rPr i="1" lang="en-US" sz="2250"/>
              <a:t>|Bob |        2| </a:t>
            </a:r>
            <a:endParaRPr/>
          </a:p>
          <a:p>
            <a:pPr indent="0" lvl="0" marL="0" rtl="0" algn="l">
              <a:lnSpc>
                <a:spcPct val="80000"/>
              </a:lnSpc>
              <a:spcBef>
                <a:spcPts val="450"/>
              </a:spcBef>
              <a:spcAft>
                <a:spcPts val="0"/>
              </a:spcAft>
              <a:buClr>
                <a:schemeClr val="dk1"/>
              </a:buClr>
              <a:buSzPts val="2250"/>
              <a:buNone/>
            </a:pPr>
            <a:r>
              <a:rPr i="1" lang="en-US" sz="2250"/>
              <a:t>+-----+-------+</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sp>
        <p:nvSpPr>
          <p:cNvPr id="1426" name="Google Shape;1426;p47"/>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Caching</a:t>
            </a:r>
            <a:endParaRPr/>
          </a:p>
        </p:txBody>
      </p:sp>
      <p:sp>
        <p:nvSpPr>
          <p:cNvPr id="1427" name="Google Shape;1427;p47"/>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0" lvl="0" marL="0" rtl="0" algn="l">
              <a:spcBef>
                <a:spcPts val="0"/>
              </a:spcBef>
              <a:spcAft>
                <a:spcPts val="0"/>
              </a:spcAft>
              <a:buClr>
                <a:schemeClr val="dk1"/>
              </a:buClr>
              <a:buSzPts val="3600"/>
              <a:buNone/>
            </a:pPr>
            <a:r>
              <a:rPr lang="en-US"/>
              <a:t>&gt;&gt;&gt; linesDF = sqlContext.read.text(‘…’)</a:t>
            </a:r>
            <a:endParaRPr/>
          </a:p>
          <a:p>
            <a:pPr indent="0" lvl="0" marL="0" rtl="0" algn="l">
              <a:spcBef>
                <a:spcPts val="720"/>
              </a:spcBef>
              <a:spcAft>
                <a:spcPts val="0"/>
              </a:spcAft>
              <a:buClr>
                <a:schemeClr val="dk1"/>
              </a:buClr>
              <a:buSzPts val="3600"/>
              <a:buNone/>
            </a:pPr>
            <a:r>
              <a:rPr lang="en-US"/>
              <a:t>&gt;&gt;&gt; linesDF.cache()</a:t>
            </a:r>
            <a:endParaRPr/>
          </a:p>
          <a:p>
            <a:pPr indent="0" lvl="0" marL="0" rtl="0" algn="l">
              <a:spcBef>
                <a:spcPts val="720"/>
              </a:spcBef>
              <a:spcAft>
                <a:spcPts val="0"/>
              </a:spcAft>
              <a:buClr>
                <a:schemeClr val="dk1"/>
              </a:buClr>
              <a:buSzPts val="3600"/>
              <a:buNone/>
            </a:pPr>
            <a:r>
              <a:rPr lang="en-US"/>
              <a:t>&gt;&gt;&gt; commentsDF = linesDF.filter(isComment)</a:t>
            </a:r>
            <a:endParaRPr/>
          </a:p>
          <a:p>
            <a:pPr indent="0" lvl="0" marL="0" rtl="0" algn="l">
              <a:spcBef>
                <a:spcPts val="720"/>
              </a:spcBef>
              <a:spcAft>
                <a:spcPts val="0"/>
              </a:spcAft>
              <a:buClr>
                <a:schemeClr val="dk1"/>
              </a:buClr>
              <a:buSzPts val="3600"/>
              <a:buNone/>
            </a:pPr>
            <a:r>
              <a:rPr lang="en-US"/>
              <a:t>&gt;&gt;&gt; print linesDF.count(), commentsDF.count()</a:t>
            </a:r>
            <a:endParaRPr/>
          </a:p>
          <a:p>
            <a:pPr indent="0" lvl="0" marL="0" rtl="0" algn="l">
              <a:spcBef>
                <a:spcPts val="720"/>
              </a:spcBef>
              <a:spcAft>
                <a:spcPts val="0"/>
              </a:spcAft>
              <a:buClr>
                <a:schemeClr val="dk1"/>
              </a:buClr>
              <a:buSzPts val="3600"/>
              <a:buNone/>
            </a:pPr>
            <a:r>
              <a:rPr lang="en-US"/>
              <a:t>&gt;&gt;&gt; commentsDF.</a:t>
            </a:r>
            <a:r>
              <a:rPr lang="en-US">
                <a:latin typeface="Calibri"/>
                <a:ea typeface="Calibri"/>
                <a:cs typeface="Calibri"/>
                <a:sym typeface="Calibri"/>
              </a:rPr>
              <a:t>cache()</a:t>
            </a:r>
            <a:endParaRPr>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sp>
        <p:nvSpPr>
          <p:cNvPr id="1433" name="Google Shape;1433;p48"/>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Spark Program Lifecycle</a:t>
            </a:r>
            <a:endParaRPr/>
          </a:p>
        </p:txBody>
      </p:sp>
      <p:pic>
        <p:nvPicPr>
          <p:cNvPr descr="et's start with Spark" id="1434" name="Google Shape;1434;p48"/>
          <p:cNvPicPr preferRelativeResize="0"/>
          <p:nvPr/>
        </p:nvPicPr>
        <p:blipFill rotWithShape="1">
          <a:blip r:embed="rId3">
            <a:alphaModFix/>
          </a:blip>
          <a:srcRect b="0" l="0" r="0" t="0"/>
          <a:stretch/>
        </p:blipFill>
        <p:spPr>
          <a:xfrm>
            <a:off x="1217612" y="1013712"/>
            <a:ext cx="10145789" cy="570899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8" name="Shape 1438"/>
        <p:cNvGrpSpPr/>
        <p:nvPr/>
      </p:nvGrpSpPr>
      <p:grpSpPr>
        <a:xfrm>
          <a:off x="0" y="0"/>
          <a:ext cx="0" cy="0"/>
          <a:chOff x="0" y="0"/>
          <a:chExt cx="0" cy="0"/>
        </a:xfrm>
      </p:grpSpPr>
      <p:sp>
        <p:nvSpPr>
          <p:cNvPr id="1439" name="Google Shape;1439;p49"/>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Machine Learning Library </a:t>
            </a:r>
            <a:r>
              <a:rPr b="1" lang="en-US">
                <a:solidFill>
                  <a:schemeClr val="dk2"/>
                </a:solidFill>
                <a:latin typeface="Calibri"/>
                <a:ea typeface="Calibri"/>
                <a:cs typeface="Calibri"/>
                <a:sym typeface="Calibri"/>
              </a:rPr>
              <a:t>in Spark</a:t>
            </a:r>
            <a:r>
              <a:rPr b="1" lang="en-US">
                <a:solidFill>
                  <a:schemeClr val="dk2"/>
                </a:solidFill>
              </a:rPr>
              <a:t> (MLlib)</a:t>
            </a:r>
            <a:endParaRPr/>
          </a:p>
        </p:txBody>
      </p:sp>
      <p:sp>
        <p:nvSpPr>
          <p:cNvPr id="1440" name="Google Shape;1440;p49"/>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lnSpc>
                <a:spcPct val="80000"/>
              </a:lnSpc>
              <a:spcBef>
                <a:spcPts val="0"/>
              </a:spcBef>
              <a:spcAft>
                <a:spcPts val="0"/>
              </a:spcAft>
              <a:buClr>
                <a:schemeClr val="dk1"/>
              </a:buClr>
              <a:buSzPts val="3060"/>
              <a:buChar char="•"/>
            </a:pPr>
            <a:r>
              <a:rPr lang="en-US" sz="3060"/>
              <a:t>2 packages</a:t>
            </a:r>
            <a:endParaRPr/>
          </a:p>
          <a:p>
            <a:pPr indent="-380933" lvl="1" marL="990427" rtl="0" algn="l">
              <a:lnSpc>
                <a:spcPct val="80000"/>
              </a:lnSpc>
              <a:spcBef>
                <a:spcPts val="544"/>
              </a:spcBef>
              <a:spcAft>
                <a:spcPts val="0"/>
              </a:spcAft>
              <a:buClr>
                <a:schemeClr val="dk1"/>
              </a:buClr>
              <a:buSzPts val="2720"/>
              <a:buChar char="–"/>
            </a:pPr>
            <a:r>
              <a:rPr lang="en-US" sz="2720"/>
              <a:t>spark.mllib</a:t>
            </a:r>
            <a:endParaRPr sz="2720"/>
          </a:p>
          <a:p>
            <a:pPr indent="-380933" lvl="1" marL="990427" rtl="0" algn="l">
              <a:lnSpc>
                <a:spcPct val="80000"/>
              </a:lnSpc>
              <a:spcBef>
                <a:spcPts val="544"/>
              </a:spcBef>
              <a:spcAft>
                <a:spcPts val="0"/>
              </a:spcAft>
              <a:buClr>
                <a:schemeClr val="dk1"/>
              </a:buClr>
              <a:buSzPts val="2720"/>
              <a:buChar char="–"/>
            </a:pPr>
            <a:r>
              <a:rPr lang="en-US" sz="2720"/>
              <a:t>spark.ml</a:t>
            </a:r>
            <a:endParaRPr/>
          </a:p>
          <a:p>
            <a:pPr indent="-457120" lvl="0" marL="457120" rtl="0" algn="l">
              <a:lnSpc>
                <a:spcPct val="80000"/>
              </a:lnSpc>
              <a:spcBef>
                <a:spcPts val="612"/>
              </a:spcBef>
              <a:spcAft>
                <a:spcPts val="0"/>
              </a:spcAft>
              <a:buClr>
                <a:schemeClr val="dk1"/>
              </a:buClr>
              <a:buSzPts val="3060"/>
              <a:buChar char="•"/>
            </a:pPr>
            <a:r>
              <a:rPr lang="en-US" sz="3060"/>
              <a:t>ML algorithms</a:t>
            </a:r>
            <a:endParaRPr/>
          </a:p>
          <a:p>
            <a:pPr indent="-380933" lvl="1" marL="990427" rtl="0" algn="l">
              <a:lnSpc>
                <a:spcPct val="80000"/>
              </a:lnSpc>
              <a:spcBef>
                <a:spcPts val="544"/>
              </a:spcBef>
              <a:spcAft>
                <a:spcPts val="0"/>
              </a:spcAft>
              <a:buClr>
                <a:schemeClr val="dk1"/>
              </a:buClr>
              <a:buSzPts val="2720"/>
              <a:buChar char="–"/>
            </a:pPr>
            <a:r>
              <a:rPr lang="en-US" sz="2720"/>
              <a:t>Common learning algorithms such as classification, regression, clustering and collaborative filtering</a:t>
            </a:r>
            <a:endParaRPr/>
          </a:p>
          <a:p>
            <a:pPr indent="-457120" lvl="0" marL="457120" rtl="0" algn="l">
              <a:lnSpc>
                <a:spcPct val="80000"/>
              </a:lnSpc>
              <a:spcBef>
                <a:spcPts val="612"/>
              </a:spcBef>
              <a:spcAft>
                <a:spcPts val="0"/>
              </a:spcAft>
              <a:buClr>
                <a:schemeClr val="dk1"/>
              </a:buClr>
              <a:buSzPts val="3060"/>
              <a:buChar char="•"/>
            </a:pPr>
            <a:r>
              <a:rPr lang="en-US" sz="3060"/>
              <a:t>Featurization</a:t>
            </a:r>
            <a:endParaRPr/>
          </a:p>
          <a:p>
            <a:pPr indent="-380933" lvl="1" marL="990427" rtl="0" algn="l">
              <a:lnSpc>
                <a:spcPct val="80000"/>
              </a:lnSpc>
              <a:spcBef>
                <a:spcPts val="544"/>
              </a:spcBef>
              <a:spcAft>
                <a:spcPts val="0"/>
              </a:spcAft>
              <a:buClr>
                <a:schemeClr val="dk1"/>
              </a:buClr>
              <a:buSzPts val="2720"/>
              <a:buChar char="–"/>
            </a:pPr>
            <a:r>
              <a:rPr lang="en-US" sz="2720"/>
              <a:t>Feature extraction, transformations, dimensionality reduction and selection</a:t>
            </a:r>
            <a:endParaRPr/>
          </a:p>
          <a:p>
            <a:pPr indent="-457120" lvl="0" marL="457120" rtl="0" algn="l">
              <a:lnSpc>
                <a:spcPct val="80000"/>
              </a:lnSpc>
              <a:spcBef>
                <a:spcPts val="612"/>
              </a:spcBef>
              <a:spcAft>
                <a:spcPts val="0"/>
              </a:spcAft>
              <a:buClr>
                <a:schemeClr val="dk1"/>
              </a:buClr>
              <a:buSzPts val="3060"/>
              <a:buChar char="•"/>
            </a:pPr>
            <a:r>
              <a:rPr lang="en-US" sz="3060"/>
              <a:t>Utilities</a:t>
            </a:r>
            <a:endParaRPr/>
          </a:p>
          <a:p>
            <a:pPr indent="-380933" lvl="1" marL="990427" rtl="0" algn="l">
              <a:lnSpc>
                <a:spcPct val="80000"/>
              </a:lnSpc>
              <a:spcBef>
                <a:spcPts val="544"/>
              </a:spcBef>
              <a:spcAft>
                <a:spcPts val="0"/>
              </a:spcAft>
              <a:buClr>
                <a:schemeClr val="dk1"/>
              </a:buClr>
              <a:buSzPts val="2720"/>
              <a:buChar char="–"/>
            </a:pPr>
            <a:r>
              <a:rPr lang="en-US" sz="2720"/>
              <a:t>Linear algebra, statistics, data handling, …</a:t>
            </a:r>
            <a:endParaRPr/>
          </a:p>
          <a:p>
            <a:pPr indent="-262810" lvl="0" marL="457120" rtl="0" algn="l">
              <a:lnSpc>
                <a:spcPct val="80000"/>
              </a:lnSpc>
              <a:spcBef>
                <a:spcPts val="612"/>
              </a:spcBef>
              <a:spcAft>
                <a:spcPts val="0"/>
              </a:spcAft>
              <a:buClr>
                <a:schemeClr val="dk1"/>
              </a:buClr>
              <a:buSzPts val="3060"/>
              <a:buNone/>
            </a:pPr>
            <a:r>
              <a:t/>
            </a:r>
            <a:endParaRPr sz="306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5" name="Shape 1445"/>
        <p:cNvGrpSpPr/>
        <p:nvPr/>
      </p:nvGrpSpPr>
      <p:grpSpPr>
        <a:xfrm>
          <a:off x="0" y="0"/>
          <a:ext cx="0" cy="0"/>
          <a:chOff x="0" y="0"/>
          <a:chExt cx="0" cy="0"/>
        </a:xfrm>
      </p:grpSpPr>
      <p:sp>
        <p:nvSpPr>
          <p:cNvPr id="1446" name="Google Shape;1446;p50"/>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ML: Transformer</a:t>
            </a:r>
            <a:endParaRPr/>
          </a:p>
        </p:txBody>
      </p:sp>
      <p:sp>
        <p:nvSpPr>
          <p:cNvPr id="1447" name="Google Shape;1447;p50"/>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A </a:t>
            </a:r>
            <a:r>
              <a:rPr i="1" lang="en-US"/>
              <a:t>Transformer</a:t>
            </a:r>
            <a:r>
              <a:rPr lang="en-US"/>
              <a:t> is a class which can transform a DF into another DF</a:t>
            </a:r>
            <a:endParaRPr/>
          </a:p>
          <a:p>
            <a:pPr indent="-457120" lvl="0" marL="457120" rtl="0" algn="l">
              <a:spcBef>
                <a:spcPts val="720"/>
              </a:spcBef>
              <a:spcAft>
                <a:spcPts val="0"/>
              </a:spcAft>
              <a:buClr>
                <a:schemeClr val="dk1"/>
              </a:buClr>
              <a:buSzPts val="3600"/>
              <a:buChar char="•"/>
            </a:pPr>
            <a:r>
              <a:rPr lang="en-US"/>
              <a:t>A </a:t>
            </a:r>
            <a:r>
              <a:rPr i="1" lang="en-US"/>
              <a:t>Transformer </a:t>
            </a:r>
            <a:r>
              <a:rPr lang="en-US"/>
              <a:t>implements </a:t>
            </a:r>
            <a:r>
              <a:rPr i="1" lang="en-US"/>
              <a:t>transform()</a:t>
            </a:r>
            <a:endParaRPr/>
          </a:p>
          <a:p>
            <a:pPr indent="-457120" lvl="0" marL="457120" rtl="0" algn="l">
              <a:spcBef>
                <a:spcPts val="720"/>
              </a:spcBef>
              <a:spcAft>
                <a:spcPts val="0"/>
              </a:spcAft>
              <a:buClr>
                <a:schemeClr val="dk1"/>
              </a:buClr>
              <a:buSzPts val="3600"/>
              <a:buChar char="•"/>
            </a:pPr>
            <a:r>
              <a:rPr lang="en-US"/>
              <a:t>Examples</a:t>
            </a:r>
            <a:endParaRPr/>
          </a:p>
          <a:p>
            <a:pPr indent="-380933" lvl="1" marL="990427" rtl="0" algn="l">
              <a:spcBef>
                <a:spcPts val="640"/>
              </a:spcBef>
              <a:spcAft>
                <a:spcPts val="0"/>
              </a:spcAft>
              <a:buClr>
                <a:schemeClr val="dk1"/>
              </a:buClr>
              <a:buSzPts val="3200"/>
              <a:buChar char="–"/>
            </a:pPr>
            <a:r>
              <a:rPr lang="en-US"/>
              <a:t>HashisngTF</a:t>
            </a:r>
            <a:endParaRPr/>
          </a:p>
          <a:p>
            <a:pPr indent="-380933" lvl="1" marL="990427" rtl="0" algn="l">
              <a:spcBef>
                <a:spcPts val="640"/>
              </a:spcBef>
              <a:spcAft>
                <a:spcPts val="0"/>
              </a:spcAft>
              <a:buClr>
                <a:schemeClr val="dk1"/>
              </a:buClr>
              <a:buSzPts val="3200"/>
              <a:buChar char="–"/>
            </a:pPr>
            <a:r>
              <a:rPr lang="en-US"/>
              <a:t>LogisticRegressionModel</a:t>
            </a:r>
            <a:endParaRPr/>
          </a:p>
          <a:p>
            <a:pPr indent="-380933" lvl="1" marL="990427" rtl="0" algn="l">
              <a:spcBef>
                <a:spcPts val="640"/>
              </a:spcBef>
              <a:spcAft>
                <a:spcPts val="0"/>
              </a:spcAft>
              <a:buClr>
                <a:schemeClr val="dk1"/>
              </a:buClr>
              <a:buSzPts val="3200"/>
              <a:buChar char="–"/>
            </a:pPr>
            <a:r>
              <a:rPr lang="en-US"/>
              <a:t>Binarizer </a:t>
            </a:r>
            <a:endParaRPr/>
          </a:p>
          <a:p>
            <a:pPr indent="-228520" lvl="0" marL="457120" rtl="0" algn="l">
              <a:spcBef>
                <a:spcPts val="720"/>
              </a:spcBef>
              <a:spcAft>
                <a:spcPts val="0"/>
              </a:spcAft>
              <a:buClr>
                <a:schemeClr val="dk1"/>
              </a:buClr>
              <a:buSzPts val="3600"/>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1" name="Shape 1451"/>
        <p:cNvGrpSpPr/>
        <p:nvPr/>
      </p:nvGrpSpPr>
      <p:grpSpPr>
        <a:xfrm>
          <a:off x="0" y="0"/>
          <a:ext cx="0" cy="0"/>
          <a:chOff x="0" y="0"/>
          <a:chExt cx="0" cy="0"/>
        </a:xfrm>
      </p:grpSpPr>
      <p:sp>
        <p:nvSpPr>
          <p:cNvPr id="1452" name="Google Shape;1452;p51"/>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ML: Estimator</a:t>
            </a:r>
            <a:endParaRPr/>
          </a:p>
        </p:txBody>
      </p:sp>
      <p:sp>
        <p:nvSpPr>
          <p:cNvPr id="1453" name="Google Shape;1453;p51"/>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An </a:t>
            </a:r>
            <a:r>
              <a:rPr i="1" lang="en-US"/>
              <a:t>Estimator </a:t>
            </a:r>
            <a:r>
              <a:rPr lang="en-US"/>
              <a:t>is a class which can take a DF and return a Transformer </a:t>
            </a:r>
            <a:endParaRPr/>
          </a:p>
          <a:p>
            <a:pPr indent="-457120" lvl="0" marL="457120" rtl="0" algn="l">
              <a:spcBef>
                <a:spcPts val="720"/>
              </a:spcBef>
              <a:spcAft>
                <a:spcPts val="0"/>
              </a:spcAft>
              <a:buClr>
                <a:schemeClr val="dk1"/>
              </a:buClr>
              <a:buSzPts val="3600"/>
              <a:buChar char="•"/>
            </a:pPr>
            <a:r>
              <a:rPr lang="en-US"/>
              <a:t>An</a:t>
            </a:r>
            <a:r>
              <a:rPr i="1" lang="en-US"/>
              <a:t> Estimator </a:t>
            </a:r>
            <a:r>
              <a:rPr lang="en-US"/>
              <a:t>implements</a:t>
            </a:r>
            <a:r>
              <a:rPr i="1" lang="en-US"/>
              <a:t> fit()</a:t>
            </a:r>
            <a:endParaRPr/>
          </a:p>
          <a:p>
            <a:pPr indent="-457120" lvl="0" marL="457120" rtl="0" algn="l">
              <a:spcBef>
                <a:spcPts val="720"/>
              </a:spcBef>
              <a:spcAft>
                <a:spcPts val="0"/>
              </a:spcAft>
              <a:buClr>
                <a:schemeClr val="dk1"/>
              </a:buClr>
              <a:buSzPts val="3600"/>
              <a:buChar char="•"/>
            </a:pPr>
            <a:r>
              <a:rPr lang="en-US"/>
              <a:t>Examples</a:t>
            </a:r>
            <a:endParaRPr/>
          </a:p>
          <a:p>
            <a:pPr indent="-380933" lvl="1" marL="990427" rtl="0" algn="l">
              <a:spcBef>
                <a:spcPts val="640"/>
              </a:spcBef>
              <a:spcAft>
                <a:spcPts val="0"/>
              </a:spcAft>
              <a:buClr>
                <a:schemeClr val="dk1"/>
              </a:buClr>
              <a:buSzPts val="3200"/>
              <a:buChar char="–"/>
            </a:pPr>
            <a:r>
              <a:rPr lang="en-US"/>
              <a:t>LogisticRegression</a:t>
            </a:r>
            <a:endParaRPr/>
          </a:p>
          <a:p>
            <a:pPr indent="-380933" lvl="1" marL="990427" rtl="0" algn="l">
              <a:spcBef>
                <a:spcPts val="640"/>
              </a:spcBef>
              <a:spcAft>
                <a:spcPts val="0"/>
              </a:spcAft>
              <a:buClr>
                <a:schemeClr val="dk1"/>
              </a:buClr>
              <a:buSzPts val="3200"/>
              <a:buChar char="–"/>
            </a:pPr>
            <a:r>
              <a:rPr lang="en-US"/>
              <a:t>StandardScaler</a:t>
            </a:r>
            <a:endParaRPr/>
          </a:p>
          <a:p>
            <a:pPr indent="-380933" lvl="1" marL="990427" rtl="0" algn="l">
              <a:spcBef>
                <a:spcPts val="640"/>
              </a:spcBef>
              <a:spcAft>
                <a:spcPts val="0"/>
              </a:spcAft>
              <a:buClr>
                <a:schemeClr val="dk1"/>
              </a:buClr>
              <a:buSzPts val="3200"/>
              <a:buChar char="–"/>
            </a:pPr>
            <a:r>
              <a:rPr lang="en-US"/>
              <a:t>Pipeline </a:t>
            </a:r>
            <a:endParaRPr/>
          </a:p>
          <a:p>
            <a:pPr indent="-228520" lvl="0" marL="457120" rtl="0" algn="l">
              <a:spcBef>
                <a:spcPts val="720"/>
              </a:spcBef>
              <a:spcAft>
                <a:spcPts val="0"/>
              </a:spcAft>
              <a:buClr>
                <a:schemeClr val="dk1"/>
              </a:buClr>
              <a:buSzPts val="3600"/>
              <a:buNone/>
            </a:pPr>
            <a:r>
              <a:t/>
            </a:r>
            <a:endParaRPr i="1"/>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8" name="Shape 1458"/>
        <p:cNvGrpSpPr/>
        <p:nvPr/>
      </p:nvGrpSpPr>
      <p:grpSpPr>
        <a:xfrm>
          <a:off x="0" y="0"/>
          <a:ext cx="0" cy="0"/>
          <a:chOff x="0" y="0"/>
          <a:chExt cx="0" cy="0"/>
        </a:xfrm>
      </p:grpSpPr>
      <p:sp>
        <p:nvSpPr>
          <p:cNvPr id="1459" name="Google Shape;1459;p52"/>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ML: Pipeline</a:t>
            </a:r>
            <a:endParaRPr/>
          </a:p>
        </p:txBody>
      </p:sp>
      <p:sp>
        <p:nvSpPr>
          <p:cNvPr id="1460" name="Google Shape;1460;p52"/>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A </a:t>
            </a:r>
            <a:r>
              <a:rPr i="1" lang="en-US"/>
              <a:t>Pipeline </a:t>
            </a:r>
            <a:r>
              <a:rPr lang="en-US"/>
              <a:t>is an estimator that specified as a sequence of stages and each stage can be either estimators or transformers.   </a:t>
            </a:r>
            <a:endParaRPr i="1"/>
          </a:p>
        </p:txBody>
      </p:sp>
      <p:pic>
        <p:nvPicPr>
          <p:cNvPr descr="http://spark.apache.org/docs/latest/img/ml-Pipeline.png" id="1461" name="Google Shape;1461;p52"/>
          <p:cNvPicPr preferRelativeResize="0"/>
          <p:nvPr/>
        </p:nvPicPr>
        <p:blipFill rotWithShape="1">
          <a:blip r:embed="rId3">
            <a:alphaModFix/>
          </a:blip>
          <a:srcRect b="0" l="0" r="0" t="0"/>
          <a:stretch/>
        </p:blipFill>
        <p:spPr>
          <a:xfrm>
            <a:off x="1370012" y="2971800"/>
            <a:ext cx="9552060" cy="24384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6" name="Shape 1466"/>
        <p:cNvGrpSpPr/>
        <p:nvPr/>
      </p:nvGrpSpPr>
      <p:grpSpPr>
        <a:xfrm>
          <a:off x="0" y="0"/>
          <a:ext cx="0" cy="0"/>
          <a:chOff x="0" y="0"/>
          <a:chExt cx="0" cy="0"/>
        </a:xfrm>
      </p:grpSpPr>
      <p:sp>
        <p:nvSpPr>
          <p:cNvPr id="1467" name="Google Shape;1467;p53"/>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ML: PipelineModel</a:t>
            </a:r>
            <a:endParaRPr b="1">
              <a:solidFill>
                <a:schemeClr val="dk2"/>
              </a:solidFill>
            </a:endParaRPr>
          </a:p>
        </p:txBody>
      </p:sp>
      <p:sp>
        <p:nvSpPr>
          <p:cNvPr id="1468" name="Google Shape;1468;p53"/>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After a Pipeline.fit() runs, it produces a </a:t>
            </a:r>
            <a:r>
              <a:rPr i="1" lang="en-US"/>
              <a:t>PipelineModel. </a:t>
            </a:r>
            <a:r>
              <a:rPr lang="en-US"/>
              <a:t>This </a:t>
            </a:r>
            <a:r>
              <a:rPr i="1" lang="en-US"/>
              <a:t>PipelineModel</a:t>
            </a:r>
            <a:r>
              <a:rPr lang="en-US"/>
              <a:t> is used at test time. </a:t>
            </a:r>
            <a:endParaRPr/>
          </a:p>
          <a:p>
            <a:pPr indent="-228520" lvl="0" marL="457120" rtl="0" algn="l">
              <a:spcBef>
                <a:spcPts val="720"/>
              </a:spcBef>
              <a:spcAft>
                <a:spcPts val="0"/>
              </a:spcAft>
              <a:buClr>
                <a:schemeClr val="dk1"/>
              </a:buClr>
              <a:buSzPts val="3600"/>
              <a:buNone/>
            </a:pPr>
            <a:r>
              <a:t/>
            </a:r>
            <a:endParaRPr/>
          </a:p>
        </p:txBody>
      </p:sp>
      <p:pic>
        <p:nvPicPr>
          <p:cNvPr descr="http://spark.apache.org/docs/latest/img/ml-PipelineModel.png" id="1469" name="Google Shape;1469;p53"/>
          <p:cNvPicPr preferRelativeResize="0"/>
          <p:nvPr/>
        </p:nvPicPr>
        <p:blipFill rotWithShape="1">
          <a:blip r:embed="rId3">
            <a:alphaModFix/>
          </a:blip>
          <a:srcRect b="0" l="0" r="0" t="0"/>
          <a:stretch/>
        </p:blipFill>
        <p:spPr>
          <a:xfrm>
            <a:off x="913605" y="2743200"/>
            <a:ext cx="10361613" cy="2916312"/>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3" name="Shape 1473"/>
        <p:cNvGrpSpPr/>
        <p:nvPr/>
      </p:nvGrpSpPr>
      <p:grpSpPr>
        <a:xfrm>
          <a:off x="0" y="0"/>
          <a:ext cx="0" cy="0"/>
          <a:chOff x="0" y="0"/>
          <a:chExt cx="0" cy="0"/>
        </a:xfrm>
      </p:grpSpPr>
      <p:sp>
        <p:nvSpPr>
          <p:cNvPr id="1474" name="Google Shape;1474;p54"/>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References</a:t>
            </a:r>
            <a:endParaRPr/>
          </a:p>
        </p:txBody>
      </p:sp>
      <p:sp>
        <p:nvSpPr>
          <p:cNvPr id="1475" name="Google Shape;1475;p54"/>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Data Science and Engineering with Spark @EDX</a:t>
            </a:r>
            <a:endParaRPr/>
          </a:p>
          <a:p>
            <a:pPr indent="-457120" lvl="0" marL="457120" rtl="0" algn="l">
              <a:spcBef>
                <a:spcPts val="720"/>
              </a:spcBef>
              <a:spcAft>
                <a:spcPts val="0"/>
              </a:spcAft>
              <a:buClr>
                <a:schemeClr val="dk1"/>
              </a:buClr>
              <a:buSzPts val="3600"/>
              <a:buChar char="•"/>
            </a:pPr>
            <a:r>
              <a:rPr lang="en-US"/>
              <a:t>Spark Documentation</a:t>
            </a:r>
            <a:endParaRPr/>
          </a:p>
          <a:p>
            <a:pPr indent="-380933" lvl="1" marL="990427" rtl="0" algn="l">
              <a:spcBef>
                <a:spcPts val="640"/>
              </a:spcBef>
              <a:spcAft>
                <a:spcPts val="0"/>
              </a:spcAft>
              <a:buClr>
                <a:schemeClr val="dk1"/>
              </a:buClr>
              <a:buSzPts val="3200"/>
              <a:buChar char="–"/>
            </a:pPr>
            <a:r>
              <a:rPr lang="en-US"/>
              <a:t>http://spark.apache.org/docs/latest/</a:t>
            </a:r>
            <a:endParaRPr/>
          </a:p>
          <a:p>
            <a:pPr indent="0" lvl="0" marL="0" rtl="0" algn="l">
              <a:spcBef>
                <a:spcPts val="720"/>
              </a:spcBef>
              <a:spcAft>
                <a:spcPts val="0"/>
              </a:spcAft>
              <a:buClr>
                <a:schemeClr val="dk1"/>
              </a:buClr>
              <a:buSzPts val="3600"/>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9" name="Shape 1479"/>
        <p:cNvGrpSpPr/>
        <p:nvPr/>
      </p:nvGrpSpPr>
      <p:grpSpPr>
        <a:xfrm>
          <a:off x="0" y="0"/>
          <a:ext cx="0" cy="0"/>
          <a:chOff x="0" y="0"/>
          <a:chExt cx="0" cy="0"/>
        </a:xfrm>
      </p:grpSpPr>
      <p:sp>
        <p:nvSpPr>
          <p:cNvPr id="1480" name="Google Shape;1480;p55"/>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latin typeface="Calibri"/>
                <a:ea typeface="Calibri"/>
                <a:cs typeface="Calibri"/>
                <a:sym typeface="Calibri"/>
              </a:rPr>
              <a:t>Takeaways</a:t>
            </a:r>
            <a:endParaRPr b="1">
              <a:solidFill>
                <a:schemeClr val="dk2"/>
              </a:solidFill>
              <a:latin typeface="Calibri"/>
              <a:ea typeface="Calibri"/>
              <a:cs typeface="Calibri"/>
              <a:sym typeface="Calibri"/>
            </a:endParaRPr>
          </a:p>
        </p:txBody>
      </p:sp>
      <p:sp>
        <p:nvSpPr>
          <p:cNvPr id="1481" name="Google Shape;1481;p55"/>
          <p:cNvSpPr txBox="1"/>
          <p:nvPr>
            <p:ph idx="1" type="body"/>
          </p:nvPr>
        </p:nvSpPr>
        <p:spPr>
          <a:xfrm>
            <a:off x="457200" y="985720"/>
            <a:ext cx="11352212" cy="5872280"/>
          </a:xfrm>
          <a:prstGeom prst="rect">
            <a:avLst/>
          </a:prstGeom>
          <a:noFill/>
          <a:ln>
            <a:noFill/>
          </a:ln>
        </p:spPr>
        <p:txBody>
          <a:bodyPr anchorCtr="0" anchor="t" bIns="60925" lIns="121875" spcFirstLastPara="1" rIns="121875" wrap="square" tIns="60925">
            <a:noAutofit/>
          </a:bodyPr>
          <a:lstStyle/>
          <a:p>
            <a:pPr indent="-457120" lvl="0" marL="457120" rtl="0" algn="l">
              <a:spcBef>
                <a:spcPts val="0"/>
              </a:spcBef>
              <a:spcAft>
                <a:spcPts val="0"/>
              </a:spcAft>
              <a:buClr>
                <a:schemeClr val="dk1"/>
              </a:buClr>
              <a:buSzPts val="3000"/>
              <a:buChar char="•"/>
            </a:pPr>
            <a:r>
              <a:rPr lang="en-US" sz="3000"/>
              <a:t>Hadoop (HDFS, MapReduce)</a:t>
            </a:r>
            <a:endParaRPr/>
          </a:p>
          <a:p>
            <a:pPr indent="-380933" lvl="1" marL="990427" rtl="0" algn="l">
              <a:spcBef>
                <a:spcPts val="600"/>
              </a:spcBef>
              <a:spcAft>
                <a:spcPts val="0"/>
              </a:spcAft>
              <a:buClr>
                <a:schemeClr val="dk1"/>
              </a:buClr>
              <a:buSzPts val="3000"/>
              <a:buChar char="–"/>
            </a:pPr>
            <a:r>
              <a:rPr lang="en-US" sz="3000"/>
              <a:t>Provides an easy solution for processing of Big Data</a:t>
            </a:r>
            <a:endParaRPr/>
          </a:p>
          <a:p>
            <a:pPr indent="-380933" lvl="1" marL="990427" rtl="0" algn="l">
              <a:spcBef>
                <a:spcPts val="600"/>
              </a:spcBef>
              <a:spcAft>
                <a:spcPts val="0"/>
              </a:spcAft>
              <a:buClr>
                <a:schemeClr val="dk1"/>
              </a:buClr>
              <a:buSzPts val="3000"/>
              <a:buChar char="–"/>
            </a:pPr>
            <a:r>
              <a:rPr lang="en-US" sz="3000"/>
              <a:t>Brings a paradigm shift in programming distributed system</a:t>
            </a:r>
            <a:endParaRPr/>
          </a:p>
          <a:p>
            <a:pPr indent="-457120" lvl="0" marL="457120" rtl="0" algn="l">
              <a:spcBef>
                <a:spcPts val="600"/>
              </a:spcBef>
              <a:spcAft>
                <a:spcPts val="0"/>
              </a:spcAft>
              <a:buClr>
                <a:schemeClr val="dk1"/>
              </a:buClr>
              <a:buSzPts val="3000"/>
              <a:buChar char="•"/>
            </a:pPr>
            <a:r>
              <a:rPr lang="en-US" sz="3000"/>
              <a:t>Spark</a:t>
            </a:r>
            <a:endParaRPr/>
          </a:p>
          <a:p>
            <a:pPr indent="-380933" lvl="1" marL="990427" rtl="0" algn="l">
              <a:spcBef>
                <a:spcPts val="600"/>
              </a:spcBef>
              <a:spcAft>
                <a:spcPts val="0"/>
              </a:spcAft>
              <a:buClr>
                <a:schemeClr val="dk1"/>
              </a:buClr>
              <a:buSzPts val="3000"/>
              <a:buChar char="–"/>
            </a:pPr>
            <a:r>
              <a:rPr lang="en-US" sz="3000"/>
              <a:t>Has extended MapReduce for in-memory</a:t>
            </a:r>
            <a:r>
              <a:rPr lang="en-US" sz="3000">
                <a:latin typeface="Calibri"/>
                <a:ea typeface="Calibri"/>
                <a:cs typeface="Calibri"/>
                <a:sym typeface="Calibri"/>
              </a:rPr>
              <a:t>-based</a:t>
            </a:r>
            <a:endParaRPr sz="3000">
              <a:latin typeface="Calibri"/>
              <a:ea typeface="Calibri"/>
              <a:cs typeface="Calibri"/>
              <a:sym typeface="Calibri"/>
            </a:endParaRPr>
          </a:p>
          <a:p>
            <a:pPr indent="-380933" lvl="1" marL="990427" rtl="0" algn="l">
              <a:spcBef>
                <a:spcPts val="600"/>
              </a:spcBef>
              <a:spcAft>
                <a:spcPts val="0"/>
              </a:spcAft>
              <a:buClr>
                <a:schemeClr val="dk1"/>
              </a:buClr>
              <a:buSzPts val="3000"/>
              <a:buChar char="–"/>
            </a:pPr>
            <a:r>
              <a:rPr lang="en-US" sz="3000"/>
              <a:t>for streaming, interactive, iterative and machine learning tasks</a:t>
            </a:r>
            <a:endParaRPr/>
          </a:p>
          <a:p>
            <a:pPr indent="-380933" lvl="1" marL="990427" rtl="0" algn="l">
              <a:spcBef>
                <a:spcPts val="600"/>
              </a:spcBef>
              <a:spcAft>
                <a:spcPts val="0"/>
              </a:spcAft>
              <a:buClr>
                <a:schemeClr val="dk1"/>
              </a:buClr>
              <a:buSzPts val="3000"/>
              <a:buChar char="–"/>
            </a:pPr>
            <a:r>
              <a:rPr lang="en-US" sz="3000">
                <a:latin typeface="Calibri"/>
                <a:ea typeface="Calibri"/>
                <a:cs typeface="Calibri"/>
                <a:sym typeface="Calibri"/>
              </a:rPr>
              <a:t>Ease to use with the rise of Machine Learning</a:t>
            </a:r>
            <a:endParaRPr sz="3000">
              <a:latin typeface="Calibri"/>
              <a:ea typeface="Calibri"/>
              <a:cs typeface="Calibri"/>
              <a:sym typeface="Calibri"/>
            </a:endParaRPr>
          </a:p>
          <a:p>
            <a:pPr indent="-457120" lvl="0" marL="457120" rtl="0" algn="l">
              <a:spcBef>
                <a:spcPts val="600"/>
              </a:spcBef>
              <a:spcAft>
                <a:spcPts val="0"/>
              </a:spcAft>
              <a:buClr>
                <a:schemeClr val="dk1"/>
              </a:buClr>
              <a:buSzPts val="3000"/>
              <a:buChar char="•"/>
            </a:pPr>
            <a:r>
              <a:rPr lang="en-US" sz="3000"/>
              <a:t>Changing the World</a:t>
            </a:r>
            <a:endParaRPr/>
          </a:p>
          <a:p>
            <a:pPr indent="-380933" lvl="1" marL="990427" rtl="0" algn="l">
              <a:spcBef>
                <a:spcPts val="600"/>
              </a:spcBef>
              <a:spcAft>
                <a:spcPts val="0"/>
              </a:spcAft>
              <a:buClr>
                <a:schemeClr val="dk1"/>
              </a:buClr>
              <a:buSzPts val="3000"/>
              <a:buChar char="–"/>
            </a:pPr>
            <a:r>
              <a:rPr lang="en-US" sz="3000"/>
              <a:t>Made data processing cheaper and more efficient and scalable</a:t>
            </a:r>
            <a:endParaRPr/>
          </a:p>
          <a:p>
            <a:pPr indent="-380933" lvl="1" marL="990427" rtl="0" algn="l">
              <a:spcBef>
                <a:spcPts val="600"/>
              </a:spcBef>
              <a:spcAft>
                <a:spcPts val="0"/>
              </a:spcAft>
              <a:buClr>
                <a:schemeClr val="dk1"/>
              </a:buClr>
              <a:buSzPts val="3000"/>
              <a:buChar char="–"/>
            </a:pPr>
            <a:r>
              <a:rPr lang="en-US" sz="3000"/>
              <a:t>Is the foundation of many other tools and software</a:t>
            </a:r>
            <a:r>
              <a:rPr lang="en-US" sz="3000">
                <a:latin typeface="Calibri"/>
                <a:ea typeface="Calibri"/>
                <a:cs typeface="Calibri"/>
                <a:sym typeface="Calibri"/>
              </a:rPr>
              <a:t>s</a:t>
            </a:r>
            <a:endParaRPr sz="3000">
              <a:latin typeface="Calibri"/>
              <a:ea typeface="Calibri"/>
              <a:cs typeface="Calibri"/>
              <a:sym typeface="Calibri"/>
            </a:endParaRPr>
          </a:p>
          <a:p>
            <a:pPr indent="-266620" lvl="0" marL="457120" rtl="0" algn="l">
              <a:spcBef>
                <a:spcPts val="600"/>
              </a:spcBef>
              <a:spcAft>
                <a:spcPts val="0"/>
              </a:spcAft>
              <a:buClr>
                <a:schemeClr val="dk1"/>
              </a:buClr>
              <a:buSzPts val="3000"/>
              <a:buNone/>
            </a:pPr>
            <a:r>
              <a:t/>
            </a:r>
            <a:endParaRPr sz="30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6" name="Shape 1486"/>
        <p:cNvGrpSpPr/>
        <p:nvPr/>
      </p:nvGrpSpPr>
      <p:grpSpPr>
        <a:xfrm>
          <a:off x="0" y="0"/>
          <a:ext cx="0" cy="0"/>
          <a:chOff x="0" y="0"/>
          <a:chExt cx="0" cy="0"/>
        </a:xfrm>
      </p:grpSpPr>
      <p:sp>
        <p:nvSpPr>
          <p:cNvPr id="1487" name="Google Shape;1487;p56"/>
          <p:cNvSpPr txBox="1"/>
          <p:nvPr/>
        </p:nvSpPr>
        <p:spPr>
          <a:xfrm>
            <a:off x="4799012" y="2667000"/>
            <a:ext cx="1175322"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000">
                <a:solidFill>
                  <a:schemeClr val="lt1"/>
                </a:solidFill>
                <a:latin typeface="Calibri"/>
                <a:ea typeface="Calibri"/>
                <a:cs typeface="Calibri"/>
                <a:sym typeface="Calibri"/>
              </a:rPr>
              <a:t>Q&amp;A</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1" name="Shape 1491"/>
        <p:cNvGrpSpPr/>
        <p:nvPr/>
      </p:nvGrpSpPr>
      <p:grpSpPr>
        <a:xfrm>
          <a:off x="0" y="0"/>
          <a:ext cx="0" cy="0"/>
          <a:chOff x="0" y="0"/>
          <a:chExt cx="0" cy="0"/>
        </a:xfrm>
      </p:grpSpPr>
      <p:sp>
        <p:nvSpPr>
          <p:cNvPr id="1492" name="Google Shape;1492;p57"/>
          <p:cNvSpPr txBox="1"/>
          <p:nvPr>
            <p:ph type="title"/>
          </p:nvPr>
        </p:nvSpPr>
        <p:spPr>
          <a:xfrm>
            <a:off x="3217834" y="2870633"/>
            <a:ext cx="5930678" cy="711081"/>
          </a:xfrm>
          <a:prstGeom prst="rect">
            <a:avLst/>
          </a:prstGeom>
          <a:noFill/>
          <a:ln>
            <a:noFill/>
          </a:ln>
        </p:spPr>
        <p:txBody>
          <a:bodyPr anchorCtr="0" anchor="ctr" bIns="60925" lIns="121875" spcFirstLastPara="1" rIns="121875" wrap="square" tIns="60925">
            <a:normAutofit/>
          </a:bodyPr>
          <a:lstStyle/>
          <a:p>
            <a:pPr indent="0" lvl="0" marL="0" rtl="0" algn="ctr">
              <a:spcBef>
                <a:spcPts val="0"/>
              </a:spcBef>
              <a:spcAft>
                <a:spcPts val="0"/>
              </a:spcAft>
              <a:buClr>
                <a:schemeClr val="lt1"/>
              </a:buClr>
              <a:buSzPts val="3600"/>
              <a:buFont typeface="Calibri"/>
              <a:buNone/>
            </a:pPr>
            <a:r>
              <a:rPr lang="en-US">
                <a:latin typeface="Calibri"/>
                <a:ea typeface="Calibri"/>
                <a:cs typeface="Calibri"/>
                <a:sym typeface="Calibri"/>
              </a:rPr>
              <a:t>A demo</a:t>
            </a:r>
            <a:endParaRPr>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7" name="Shape 1497"/>
        <p:cNvGrpSpPr/>
        <p:nvPr/>
      </p:nvGrpSpPr>
      <p:grpSpPr>
        <a:xfrm>
          <a:off x="0" y="0"/>
          <a:ext cx="0" cy="0"/>
          <a:chOff x="0" y="0"/>
          <a:chExt cx="0" cy="0"/>
        </a:xfrm>
      </p:grpSpPr>
      <p:sp>
        <p:nvSpPr>
          <p:cNvPr id="1498" name="Google Shape;1498;p58"/>
          <p:cNvSpPr txBox="1"/>
          <p:nvPr/>
        </p:nvSpPr>
        <p:spPr>
          <a:xfrm>
            <a:off x="4799012" y="2667000"/>
            <a:ext cx="3165738"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000">
                <a:solidFill>
                  <a:schemeClr val="lt1"/>
                </a:solidFill>
                <a:latin typeface="Calibri"/>
                <a:ea typeface="Calibri"/>
                <a:cs typeface="Calibri"/>
                <a:sym typeface="Calibri"/>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new">
      <a:dk1>
        <a:srgbClr val="000000"/>
      </a:dk1>
      <a:lt1>
        <a:srgbClr val="FFFFFF"/>
      </a:lt1>
      <a:dk2>
        <a:srgbClr val="1F497D"/>
      </a:dk2>
      <a:lt2>
        <a:srgbClr val="EEECE1"/>
      </a:lt2>
      <a:accent1>
        <a:srgbClr val="0070C0"/>
      </a:accent1>
      <a:accent2>
        <a:srgbClr val="00B0F0"/>
      </a:accent2>
      <a:accent3>
        <a:srgbClr val="D99694"/>
      </a:accent3>
      <a:accent4>
        <a:srgbClr val="FFC000"/>
      </a:accent4>
      <a:accent5>
        <a:srgbClr val="00B050"/>
      </a:accent5>
      <a:accent6>
        <a:srgbClr val="C00000"/>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2014-11-12T18:36:00Z</dcterms:created>
</cp:coreProperties>
</file>